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著名的作曲家，把霧峰三大詩人、與清水愛國詩人蔡惠如先生的詩，一首一首譜成了音樂，在霧峰林家花園與港區藝文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《阮的詩歌．阮的愛》：民國 113 年（2024）由本會鄭明彰先生贊助促成的委創音樂會，委託著名作曲家將霧峰三大詩人與清水蔡惠如的詩作譜曲，於霧峰林家花園與台中港區藝文中心兩地演出（本會會內案例，由主辦方提供）。</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232193121948241419.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878499665897583246.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79798652846492353.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923267307156472922.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95946581437545985.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委託著名作曲家，把霧峰三大詩人與清水愛國詩人蔡惠如的詩，譜成音樂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於霧峰林家花園與港區藝文中心，兩地演出</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鄭明彰先生更親自登台，獻唱蔡惠如先生的詩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成全音樂的人，也走進了音樂——他的名字，已載入台文音樂史</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2723714495455114290.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