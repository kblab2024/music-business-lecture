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52｜我們的知音：鄭明彰與《阮的詩歌．阮的愛》</a:t>
            </a:r>
          </a:p>
          <a:p/>
          <a:p>
            <a:r>
              <a:t>【講稿】（停留約 60 秒）說到當代委創，其實不必遠求——我們之中，已經有人先行。民國一百一十三年，本會的鄭明彰先生，成全了一場跨時代的音樂會——《阮的詩歌．阮的愛》。他委託作曲家，把霧峰林家詩人、與清水愛國詩人蔡惠如先生的詩，一首一首譜成了音樂——蔡惠如那闋《意難忘》，便由作曲家何立仁先生編腔創作——由台中市青青合唱團領銜，在霧峰林家花園與港區藝術中心，兩地演出。更動人的是——鄭先生不只成全了這場音樂會，他還親自登上舞台，獻唱蔡惠如先生的詩。成全音樂的人，自己也走進了音樂；他的名字，從此載入台文音樂史。各位請看，梅迪奇並不遙遠——他就在我們之中。</a:t>
            </a:r>
          </a:p>
          <a:p>
            <a:r>
              <a:t>【講義補充】</a:t>
            </a:r>
          </a:p>
          <a:p>
            <a:r>
              <a:t>- 《阮的詩歌．阮的愛》（Our Poetry Our Love）：民國 113 年（2024）由本會鄭明彰先生贊助促成的委創音樂會＝台中市青青合唱團年度音樂會，2024 年 10 月 13 日於台中市港區藝術中心演藝廳演出（另於霧峰林家花園演出一場）；上半場「海線藝術家風華」特邀作曲家何立仁為清水詩人蔡惠如《意難忘》編腔創作，下半場「一代醫人杜聰明」演唱霧峰林家詩人作品（港區藝術中心官方節目頁）。</a:t>
            </a:r>
          </a:p>
          <a:p>
            <a:r>
              <a:t>- 演出陣容（據官方節目頁）：台中市青青合唱團領銜，女高音廖淑玲、男高音張嘉煌、詩詞吟唱家鄭明彰、歷史文學導聆張上民，並邀大墩國樂團絲竹小組合演。</a:t>
            </a:r>
          </a:p>
          <a:p>
            <a:r>
              <a:t>- 這正是前一張「當代委創」的活例：一次委創，讓在地詩魂有了旋律，也讓成全它的名字，與作品一同進入台文音樂史。</a:t>
            </a:r>
          </a:p>
          <a:p>
            <a:r>
              <a:t>- 鄭明彰先生親自登台獻唱蔡惠如先生的詩——贊助者與藝術最深的共融，莫過於此。</a:t>
            </a:r>
          </a:p>
          <a:p>
            <a:r>
              <a:t>- 📖 蔡惠如（1881–1929）：台中清水出身的實業家與愛國詩人，日治時期台灣文化運動的先驅之一；其詩作經此次委創譜曲傳唱。</a:t>
            </a:r>
          </a:p>
          <a:p>
            <a:r>
              <a:t>- 📖 霧峰林家花園：霧峰林家的園邸（萊園），台灣文化史的重要舞台；此次音樂會演出場地之一。</a:t>
            </a:r>
          </a:p>
          <a:p>
            <a:r>
              <a:t>- 📖 台文音樂史：以台語（台文）創作、演唱之歌樂的傳承脈絡；委創新作與首演者之名，皆隨作品載入其中。</a:t>
            </a:r>
          </a:p>
          <a:p>
            <a:r>
              <a:t>- 演出影音（主辦方提供）：〈意難忘〉（蔡惠如詩・何立仁編腔）實況 https://www.youtube.com/watch?v=bgE1DyUAX_Q ；全場影音清單 https://www.youtube.com/playlist?list=PLz-cnPp2aC011Zb6zKcjj8xdnXEQZxw-R 。</a:t>
            </a:r>
          </a:p>
          <a:p>
            <a:r>
              <a:t>【影片操作】 本頁以海報為視覺，不設嵌入影片；如欲現場播放〈意難忘〉片段，開啟上列連結（播放前請先試片、確認網路）。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60｜揚眉吐氣歌．歌詞（一）第一節</a:t>
            </a:r>
          </a:p>
          <a:p/>
          <a:p>
            <a:r>
              <a:t>【講稿】（帶動唱進行中）第一節，跟著大字報一起來——「哎喜事來，唷年年來，走大運」！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61｜揚眉吐氣歌．歌詞（二）副歌</a:t>
            </a:r>
          </a:p>
          <a:p/>
          <a:p>
            <a:r>
              <a:t>【講稿】（帶動唱進行中）副歌！「揚眉、揚眉、揚眉吐氣吧——福臨庫裡、福進庫啦」！</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62｜揚眉吐氣歌．歌詞（三）副歌再</a:t>
            </a:r>
          </a:p>
          <a:p/>
          <a:p>
            <a:r>
              <a:t>【講稿】（帶動唱進行中）再來一遍副歌，這一遍請加上拍手！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63｜揚眉吐氣歌．歌詞（四）第二節</a:t>
            </a:r>
          </a:p>
          <a:p/>
          <a:p>
            <a:r>
              <a:t>【講稿】（帶動唱進行中）第二節——「時來運轉唷，今年來走大運」！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64｜揚眉吐氣歌．歌詞（五）副歌</a:t>
            </a:r>
          </a:p>
          <a:p/>
          <a:p>
            <a:r>
              <a:t>【講稿】（帶動唱進行中）副歌，聲音再開一點——福氣才進得來！</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65｜揚眉吐氣歌．歌詞（六）副歌收尾</a:t>
            </a:r>
          </a:p>
          <a:p/>
          <a:p>
            <a:r>
              <a:t>【講稿】（帶動唱進行中）最後一遍！「揚眉吐氣吧——福臨庫裡、福進庫啦」！唱得太好了，掌聲送給自己！</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66｜Q&amp;A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67｜謝謝：願你與音樂，彼此成就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851327487018259959.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520691912095911746.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178973644628843171.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267320103088456642.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385141006578236531.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我們的知音：鄭明彰與《阮的詩歌．阮的愛》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民國113年，本會鄭明彰先生成全了一場跨時代的音樂會——《阮的詩歌．阮的愛》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委託作曲家（何立仁等），把霧峰林家詩人與清水愛國詩人蔡惠如的詩譜成音樂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台中市青青合唱團年度音樂會：霧峰林家花園與港區藝術中心演藝廳，兩地演出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鄭明彰先生更以詩詞吟唱家之姿親自登台，獻唱蔡惠如先生的詩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成全音樂的人，也走進了音樂——他的名字，已載入台文音樂史</a:t>
            </a:r>
          </a:p>
        </p:txBody>
      </p:sp>
      <p:sp>
        <p:nvSpPr>
          <p:cNvPr id="5" name="Rectangle 4"/>
          <p:cNvSpPr/>
          <p:nvPr/>
        </p:nvSpPr>
        <p:spPr>
          <a:xfrm>
            <a:off x="7841113" y="1499616"/>
            <a:ext cx="27731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an-shige-poster.jpg"/>
          <p:cNvPicPr>
            <a:picLocks noChangeAspect="1"/>
          </p:cNvPicPr>
          <p:nvPr/>
        </p:nvPicPr>
        <p:blipFill>
          <a:blip r:embed="rId2"/>
          <a:stretch>
            <a:fillRect/>
          </a:stretch>
        </p:blipFill>
        <p:spPr>
          <a:xfrm>
            <a:off x="7895977" y="1554480"/>
            <a:ext cx="26633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《阮的詩歌．阮的愛》音樂會海報（2024/10/13 台中市港區藝術中心演藝廳・台中市青青合唱團年度音樂會）</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5.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6.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4951528580106098.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