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1｜音樂與企業：贊助藝術，如何塑造你的地位、形象與品牌</a:t>
            </a:r>
          </a:p>
          <a:p/>
          <a:p>
            <a:r>
              <a:t>【講稿】（停留約 75 秒）各位老闆、各位做品牌的朋友，午安。先說清楚：今天這段時間，我不會教各位聽懂任何一個音符。我要講的，是一個很實際的故事——四百年來，那些最有錢、最有權的人，怎麼用「出錢贊助藝術」這件事，換到錢買不到的東西：地位、名聲、品牌，甚至實實在在的錢。現在流動的這首曲子，是德布西（Claude Debussy）的《月光》（Clair de Lune，法文「月光」的意思）。請各位放鬆，帶著一個問題聽下去：一首流傳三百年的曲子，當年出錢的人，到底換到了什麼？</a:t>
            </a:r>
          </a:p>
          <a:p>
            <a:r>
              <a:t>【講義補充】 - 主體約 90 分鐘（含影片觀賞）＋壓軸全場帶動唱《Funiculì, Funiculà》約 20 分鐘。- 主打聆聽：巴赫《郭德堡變奏曲》（投影片 16）＋貝多芬〈歡樂頌〉（投影片 14）。- 核心金句：你成就音樂，音樂也成就你。- 全片主軸：贊助廠商出錢，換到七樣東西。</a:t>
            </a:r>
          </a:p>
          <a:p>
            <a:r>
              <a:t>【影片操作】 入場時輕放《月光》當墊樂，音量壓低。播前：「讓我們先讓耳朵安靜下來。」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2｜開場提問：一首曲子，能值多少？</a:t>
            </a:r>
          </a:p>
          <a:p/>
          <a:p>
            <a:r>
              <a:t>【講稿】（停留約 40 秒）把問題講得更白一點。今天我們不談旋律好不好聽，只談一件事：出錢的人，花這筆錢，到底換到了什麼？如果你是老闆、是品牌主管，那麼恭喜你——你正在做的事，跟三百年前佛羅倫斯一位出資養歌劇的銀行家、維也納一位包養樂團的親王，本質一模一樣。差別只在於，他們把預算花在管風琴和歌劇上，你花在代言和贊助上。</a:t>
            </a:r>
          </a:p>
          <a:p>
            <a:r>
              <a:t>【講義補充】 - 本場視角：全程站在「出錢的金主」這一邊，看他們換到什麼。不談音樂家如何經營自己、也不談音樂產業怎麼賺錢。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3｜核心命題：音樂，是最划算的一筆形象投資</a:t>
            </a:r>
          </a:p>
          <a:p/>
          <a:p>
            <a:r>
              <a:t>【講稿】（停留約 75 秒）今天你只要帶走一句話就夠了，我先講在前面。四百年來，最有錢、最有權的人，都搶著出錢贊助音樂——為什麼？講白一點，因為音樂買得到錢買不到的東西。你我都知道，財富有時候會被貼上「暴發戶」「銅臭味」的標籤；而藝術，就是把這股銅臭味洗掉的最好辦法——它把「有錢」變成「有品味、有地位、讓人打從心裡尊敬」。更關鍵的是，它划算：贊助藝術不是花掉就沒的開銷，是一筆會增值的資產——換到的是地位、聲望、品牌，甚至實實在在的錢。而且這座橋兩頭都通：你出錢成就音樂，音樂也回過頭來成就你。這就是今天唯一的一句話：你成就音樂，音樂也成就你。</a:t>
            </a:r>
          </a:p>
          <a:p>
            <a:r>
              <a:t>【講義補充】 - 核心心理：藝術替財富「去銅臭味」，把有錢升級成有品味、有地位。- 核心邏輯：贊助不是成本，是會增值的資產。- 📖 名詞解釋｜品牌溢價（brand premium）：因品牌形象而讓同樣的產品能賣更高價、更被信任；藝文投資正是墊高品牌溢價的手段。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4｜為什麼最頂尖的企業，都贊助藝術？</a:t>
            </a:r>
          </a:p>
          <a:p/>
          <a:p>
            <a:r>
              <a:t>【講稿】（停留約 70 秒）在走進四百年之前，先把最重要的一句話放在最前面：最頂尖的企業，為什麼都贊助藝術？因為有些東西，只有藝術買得到。第一，社會聲望——藝術讓你名正言順地擠進金字塔頂端的圈子，和菁英、政要站在同一個場子。第二，文化資本——它把財富升級成品味與高度，換來真正的尊重。第三，不朽之名——你的名字會被刻進文化史，傳誦數百年。還有品牌差異化、頂級人脈。記住這句定調：贊助藝術從來不是慈善，是金字塔頂端最高級的聲望投資。接下來四百年的每一個故事，都會再次證明這件事。</a:t>
            </a:r>
          </a:p>
          <a:p>
            <a:r>
              <a:t>【講義補充】 - 六大回報：社會聲望、文化資本、不朽之名、品牌差異化、影響力與人脈、認同與凝聚。- 定調：贊助藝術＝最高級的聲望投資，不是慈善。- 📖 名詞解釋｜文化資本（cultural capital）：社會學家布迪厄（Bourdieu）提出，指品味、教養等可如資本累積、並轉換成經濟與社會優勢；企業贊助藝術正是把財富升級成品味。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5｜贊助廠商，到底換到了什麼？（全片地圖）</a:t>
            </a:r>
          </a:p>
          <a:p/>
          <a:p>
            <a:r>
              <a:t>【講稿】（停留約 60 秒）為了讓各位好記，我把接下來四百年，整理成金主換到的「七樣東西」，這就是今天的地圖。第一樣，地位與權力——梅迪奇。第二樣，集體曝光——一群生意人合資，也就是各位和你們的公會。第三樣，不朽之名——把名字刻進歷史。第四樣，聖地與冠名——一座以你為名的殿堂。第五樣，人才與凝聚。第六樣，國家與企業的形象——國力、觀光、品牌。第七樣，也是最硬的一樣，實實在在的錢——一首歌撐起一家百年公司。接下來，我們一樣一樣看。</a:t>
            </a:r>
          </a:p>
          <a:p>
            <a:r>
              <a:t>【講義補充】 - 全片七大回報：①地位與權力 ②集體曝光 ③不朽之名 ④聖地與冠名 ⑤人才與凝聚 ⑥國家與企業形象 ⑦實利。- 每一段開頭都會回扣這張地圖，方便記憶。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6｜第一樣：地位與權力</a:t>
            </a:r>
          </a:p>
          <a:p/>
          <a:p>
            <a:r>
              <a:t>【講稿】（停留約 25 秒）先看第一樣，也是最古老、最直接的一樣——地位與權力。出錢贊助藝術，能把「有錢」直接變成「有地位、有話語權」。這件事，沒有人做得比梅迪奇家族更徹底。</a:t>
            </a:r>
          </a:p>
          <a:p>
            <a:r>
              <a:t>【講義補充】 - 第一樣回報：地位與權力。- 代表：梅迪奇家族。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7｜梅迪奇①：銀行家的痛點——錢多，卻缺地位</a:t>
            </a:r>
          </a:p>
          <a:p/>
          <a:p>
            <a:r>
              <a:t>【講稿】（停留約 70 秒）故事從一個姓氏講起——梅迪奇（Medici）。他們是十五世紀佛羅倫斯的銀行王朝，靠放款起家，生意做到全歐洲，連教宗、國王都跟他們借錢。但這裡有個各位老闆一定能體會的痛點：在那個年代，放款收利息是一門不太光彩的生意——教會白紙黑字說，收利息是一種罪（拉丁文叫 usury，高利貸之罪）。所以梅迪奇的處境是：錢，多到花不完；地位跟名聲，卻買不到。各位有沒有覺得很熟悉？有錢，從來不等於被尊重。梅迪奇當年的難題，就是今天很多成功企業家的難題。</a:t>
            </a:r>
          </a:p>
          <a:p>
            <a:r>
              <a:t>【講義補充】 - 📖 梅迪奇家族（House of Medici）：1397 年喬凡尼·迪·比奇創辦梅迪奇銀行，成為 15 世紀歐洲最大金融機構之一；1434 年起實質統治佛羅倫斯。- 📖 高利貸之罪（usury）：中世紀教會視「借錢收利息」為罪，銀行家因此背負道德污名——「錢多、地位低」的痛點。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8｜梅迪奇②：用藝術，把錢變成權力</a:t>
            </a:r>
          </a:p>
          <a:p/>
          <a:p>
            <a:r>
              <a:t>【講稿】（停留約 85 秒）梅迪奇怎麼破解這個痛點？把賺來的錢，一車一車砸進藝術。他們把十來歲的米開朗基羅（Michelangelo）接進自家花園栽培、出錢資助波提切利（Botticelli）畫下傳世名作。結果這一手「用藝術洗格調」，回報大到連他們自己都想不到——這個「放款的家族」，後來出了兩位羅馬教宗、兩位法國王后，成了實質統治佛羅倫斯、左右整個歐洲的權力核心。他們甚至用當時最時髦的新玩意，替家族聯姻撐場面、宣告身分——這個新玩意，就叫「歌劇」。所以你看，梅迪奇證明了一件事：藝術能把銅臭味，洗成統治歐洲的正當性。各位先把「梅迪奇」記住——今天最後，我會請在座每一位，認真想想怎麼「成為下一個梅迪奇」。</a:t>
            </a:r>
          </a:p>
          <a:p>
            <a:r>
              <a:t>【講義補充】 - 梅迪奇栽培米開朗基羅、資助波提切利等文藝復興巨匠。- 家族出兩位教宗（利奧十世、克萊門七世）、兩位法國王后（凱瑟琳、瑪麗）。- 1600《尤麗狄切》為梅迪奇家瑪麗聯姻演出＝早期歌劇代表。- 一句話：用藝術把「有錢」洗成「有權力、有正當性」。（家族史細節以查證紀錄為準）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9｜藝術，是頂端最高級的「社交貨幣」</a:t>
            </a:r>
          </a:p>
          <a:p/>
          <a:p>
            <a:r>
              <a:t>【講稿】（停留約 55 秒）從梅迪奇身上，我們看到贊助藝術的第一個副作用——它是一種「社交貨幣」。當你贊助一場音樂會、辦一次藝文活動，你就名正言順地，和城裡最有影響力的菁英、政要、名流，站在同一個場子裡。而且在那個場子裡，你談的不再是報價、折扣、殺價，而是品味、格調、共同的價值。各位做生意都懂，最難的往往不是產品，是「進對圈子」。贊助藝術，就是進圈子最高效、最不著痕跡的一張門票。</a:t>
            </a:r>
          </a:p>
          <a:p>
            <a:r>
              <a:t>【講義補充】 - 藝術贊助＝進入菁英圈的「社交貨幣」；換到人脈、話題與信任。- 對做生意的人：比起應酬，藝文場合更能建立「品味共同體」式的高端關係。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10｜第二樣：集體曝光（你不必是豪門）</a:t>
            </a:r>
          </a:p>
          <a:p/>
          <a:p>
            <a:r>
              <a:t>【講稿】（停留約 30 秒）講完梅迪奇那種豪門，各位可能想：那是有錢有勢的人在玩，跟我有什麼關係？別急。第二樣回報，我要證明——你不必是梅迪奇。一群像各位這樣的生意人，一個公會，合資也能買到看得見的曝光。而且有一幅畫，把這件事講得清清楚楚。</a:t>
            </a:r>
          </a:p>
          <a:p>
            <a:r>
              <a:t>【講義補充】 - 第二樣回報：集體曝光。- 重點：不必是豪門，集體合資也能買到曝光與不朽。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11｜林布蘭《夜巡》：合資買曝光，出錢越多版位越大</a:t>
            </a:r>
          </a:p>
          <a:p/>
          <a:p>
            <a:r>
              <a:t>【講稿】（停留約 80 秒）林布蘭（Rembrandt）的《夜巡》，1642 年。付錢的不是國王、也不是教會，是阿姆斯特丹一個「火槍手民兵公會」——說穿了，就是一群有錢的生意人組成的社團。這 16 位生意人「合資」請林布蘭幫他們畫一張團體像，平均每人出大約 100 盾（盾就是 guilder，當時荷蘭通行的錢）。而且遊戲規則直接又公平：你出的錢越多，你在畫面上的位置就越顯眼、越靠前——這不就是我們今天講的「贊助版位」嗎？誰贊助得多，誰的 logo 大、誰站 C 位。結果呢，四百年過去，這 16 個本來沒沒無聞的生意人，他們的臉，到今天還掛在阿姆斯特丹國家博物館的鎮館之寶上，每年幾百萬人專程來看。</a:t>
            </a:r>
          </a:p>
          <a:p>
            <a:r>
              <a:t>【講義補充】 - 現藏阿姆斯特丹國家博物館（Rijksmuseum），鎮館之寶。- 委託方＝阿姆斯特丹火槍手民兵公會（Kloveniers），16 名民兵平均每人約 100 盾、依畫面顯眼程度分攤（1658 年畫中人聲明）。- 📖 名詞解釋｜盾（guilder，荷蘭盾）：荷蘭黃金時代的貨幣，一名熟練工匠年收入約數百盾，故每人 100 盾是可觀的合資。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12｜這就是你們的公會：集體贊助的現代啟示</a:t>
            </a:r>
          </a:p>
          <a:p/>
          <a:p>
            <a:r>
              <a:t>【講稿】（停留約 55 秒）我特別把這幅畫講清楚，是因為它講的就是各位。那個火槍手民兵公會，跟今天各位參加的跨業交流會、公會，本質一模一樣——一群有實力的生意人，組成一個社團。梅迪奇那種等級，一個人玩得起；但《夜巡》告訴我們：一個人出不起的贊助，一群人合資就出得起，而曝光和名聲，按出資比例分。所以各位不必獨自當梅迪奇——揪一群人，就能一起當金主。各位可以想想：如果咱們的公會，合資贊助一場音樂會、委託一件作品，會被誰看見？會被記得多久？</a:t>
            </a:r>
          </a:p>
          <a:p>
            <a:r>
              <a:t>【講義補充】 - 火槍手民兵公會＝17 世紀版的跨業交流會/商會。- 集體合資贊助：門檻低、回報與出資成正比、人人可行。- 直接對上本場聽眾：你和你的公會，就是現代版的《夜巡》公會。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13｜第三樣：不朽之名</a:t>
            </a:r>
          </a:p>
          <a:p/>
          <a:p>
            <a:r>
              <a:t>【講稿】（停留約 25 秒）第三樣回報，是我個人覺得最迷人的一樣——不朽之名。錢會花完，一時的名聲會過去；但如果你把名字，綁進一部會被傳唱幾百年的作品裡，你就買到了「不朽」。接下來連續幾個故事，主角都是「因為出錢，名字被寫進歷史」的金主。</a:t>
            </a:r>
          </a:p>
          <a:p>
            <a:r>
              <a:t>【講義補充】 - 第三樣回報：不朽之名。- 代表：貝多芬三貴族、失眠的凱瑟林克伯爵、佛瑞的女伯爵、梵谷的弟弟西奧。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14｜貝多芬與三位金主：花錢買下一個名字</a:t>
            </a:r>
          </a:p>
          <a:p/>
          <a:p>
            <a:r>
              <a:t>【講稿】（停留約 80 秒）1809 年的維也納，三位大貴族——金斯基（Kinsky）、洛布科維茨（Lobkowitz），還有魯道夫大公（Archduke Rudolph，「大公」就是皇室的親王）——一起做了一筆投資。他們聯手，每年固定掏出一筆「終身年金」，也就是保證養一位作曲家一輩子，白紙黑字只有一個條件：「請你留在維也納，別被別人挖走。」各位是生意人，直接看這筆投資的回報：他們花的錢，買到的是「名字」。兩百年後的今天，全世界只要一談起那部《第九號交響曲》，就會提到當年是這三位貴族出的錢。請注意——這不是施捨、不是慈善，是一筆綁定式的長期投資。給各位的第一個提醒就是：贊助要簽長約、要綁定、要白紙黑字。現在，請聽今天第二首主打聆聽——貝多芬〈歡樂頌〉。</a:t>
            </a:r>
          </a:p>
          <a:p>
            <a:r>
              <a:t>【講義補充】 - 1809 年三位貴族以年 4,000 弗洛林終身年金留住作曲家（起因是 1808 年拿破崙之弟以年薪挖角）。- 條件＝留在維也納。- 📖 名詞解釋｜終身年金（life annuity）：一次約定、按年支付到受領人終身的金額；是「長期綁定」的合約工具。- 📖 名詞解釋｜大公（Archduke）：奧地利皇室封號，地位在國王之下、公爵之上。</a:t>
            </a:r>
          </a:p>
          <a:p>
            <a:r>
              <a:t>【影片操作】 播 BBC Proms 2015 終樂章合唱精華（00:00–04:16）。播前：「這就是三位貴族那筆投資，兩百年後還在響的聲音。」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15｜這筆贊助的「兩百年複利」</a:t>
            </a:r>
          </a:p>
          <a:p/>
          <a:p>
            <a:r>
              <a:t>【講稿】（停留約 70 秒）這筆贊助的複利，長到嚇人。《第九號交響曲》第四樂章那段〈歡樂頌〉（Ode to Joy，德文原意「快樂的頌歌」），1985 年，成了歐盟的盟歌——一段旋律，代表一整個歐洲。而在日本，每年底幾萬人一起合唱「第九」，是全民的年末儀式；其中大阪那場「萬人第九」，直到今天，都由企業冠名贊助。各位算算看：三位貴族兩百年前付的那筆錢，到今天還在替他們的名字「配息」，還在替現代企業創造冠名曝光。所以贊助最驚人的地方在這裡：你買的不是一次曝光，是一個世紀、甚至兩個世紀的品牌。</a:t>
            </a:r>
          </a:p>
          <a:p>
            <a:r>
              <a:t>【講義補充】 - 〈歡樂頌〉1985 年成歐盟（時為歐洲共同體）盟歌。- 日本年末「第九」傳統；大阪「萬人第九」（1983 起）由企業冠名贊助。- 「配息」比喻：一次贊助的品牌效益，可跨世紀持續回收。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16｜郭德堡變奏曲：失眠伯爵的一筆私人委託</a:t>
            </a:r>
          </a:p>
          <a:p/>
          <a:p>
            <a:r>
              <a:t>【講稿】（停留約 85 秒）再看一位金主。有位俄國派駐薩克森的公使，凱瑟林克伯爵（Count Keyserlingk），長年失眠，他出錢請巴赫寫一組溫柔好聽的鍵盤曲，讓身邊一位年輕樂師夜裡彈給他聽助眠。各位聽出重點了嗎？第一，這是極致的客製化——為一位客戶的一個需求量身打造。第二，付錢的人買到了什麼？「名字」。曲子明明是巴赫寫的，可是兩百多年來，全世界都叫它「郭德堡」——郭德堡（Goldberg）就是伯爵身邊那位樂師的名字，因為這部作品，被永遠寫進了歷史。順帶送各位一個很實用的點：這首曲子當年就是為了「靜心助眠」而生的，規律、清澈、不吵。所以我會說，它是最適合各位企業領導者的一首曲子——高壓時用它沉澱思緒、紓解壓力，要專注決策時用它把腦子清乾淨。現在請聽開頭這段詠嘆調（Aria），今天的主打聆聽第一首。</a:t>
            </a:r>
          </a:p>
          <a:p>
            <a:r>
              <a:t>【講義補充】 - 失眠委託故事出自福克爾 1802 年巴赫傳記，屬傳說性質（首版無題獻、哥德堡當時僅約 14 歲）；「領導者最適合聆聽」為定位詮釋，非療效宣稱。- 付錢者身邊人的名字因作品不朽。- 📖 名詞解釋｜詠嘆調（Aria，義大利文原意「曲調、空氣」）：此處指全曲開頭那段主題旋律，30 段變奏後於結尾再現。</a:t>
            </a:r>
          </a:p>
          <a:p>
            <a:r>
              <a:t>【影片操作】 播《郭德堡變奏曲》Aria 約 3 分鐘。播前：「想像你就是那位失眠的伯爵——這是專屬於你的深夜服務。」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17｜佛瑞與女伯爵：贊助者，因藝術而不朽</a:t>
            </a:r>
          </a:p>
          <a:p/>
          <a:p>
            <a:r>
              <a:t>【講稿】（停留約 75 秒）不朽之名這一樣，也有女性金主的漂亮示範。法國作曲家佛瑞（Fauré）年輕、還在掙扎的時候，有位葛雷夫勒女伯爵（Comtesse Greffulhe）把他引進了巴黎最高的社交圈。佛瑞最美的一首《帕凡舞曲》（Pavane），就是為她的沙龍而寫、題獻給她的。各位看這筆交易：女伯爵出資、給機會、給舞台；而佛瑞——還有把她寫進小說的大文豪普魯斯特——讓這位女伯爵的名字，永遠被後世記得。這就是贊助最美的回報：出錢的人，因為藝術，名留青史。錢會花完，但這種「不朽」，買不到、也搶不走。我們聽這首為她而寫的《帕凡舞曲》。</a:t>
            </a:r>
          </a:p>
          <a:p>
            <a:r>
              <a:t>【講義補充】 - 葛雷夫勒女伯爵引佛瑞入巴黎社交圈；佛瑞《帕凡舞曲 Pavane》(1887) 為她的沙龍而寫、題獻給她。- 📖 名詞解釋｜帕凡舞曲（Pavane）：16 世紀歐洲宮廷的緩慢行列舞曲；佛瑞借古舞名寫成 Op.50，題獻贊助者。</a:t>
            </a:r>
          </a:p>
          <a:p>
            <a:r>
              <a:t>【影片操作】 播佛瑞《帕凡舞曲》約 2 分鐘（開頭長笛主題）。播前：「聽一首曲子，如何讓一位贊助者不朽。」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18｜梵谷與西奧：一個人的長期贊助，養出一位大師</a:t>
            </a:r>
          </a:p>
          <a:p/>
          <a:p>
            <a:r>
              <a:t>【講稿】（停留約 70 秒）不朽之名的最後一個故事，格局最小，卻最動人。梵谷（Van Gogh）生前幾乎賣不掉畫，那他靠什麼活？靠他弟弟西奧（Theo），一位巴黎畫商，從 1882 年起，按月匯錢養著他。重點是西奧自己說的一句話：「我把給他的錢，視為他工作的報酬。」不是施捨，是報酬——這正是我們今天要一直強調的「對等」。一個人的長期、穩定贊助，養出了一位定義時代的大師。所以請各位破除一個迷思：當金主，不一定要是豪門。梅迪奇可以是一個銀行王朝，也可以只是一個相信家人的弟弟。這句話，請記到今天最後。</a:t>
            </a:r>
          </a:p>
          <a:p>
            <a:r>
              <a:t>【講義補充】 - 梵谷《星夜》（1889），現藏紐約現代藝術博物館（MoMA）。- 弟弟西奧自 1882 起按月匯款資助，自述「視為他工作的報酬」＝對等，不是施捨。- 收束：贊助不必是豪門，個人長期贊助也能養出大師。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19｜第四樣：聖地與冠名</a:t>
            </a:r>
          </a:p>
          <a:p/>
          <a:p>
            <a:r>
              <a:t>【講稿】（停留約 25 秒）第四樣回報，最有氣派，也最有機會被各位複製——聖地與冠名。意思是：出錢蓋一座殿堂，把你的名字，刻進一座城市的天際線。這座殿堂，會自己增值，會在你不在的幾十年後，還天天替你說話。</a:t>
            </a:r>
          </a:p>
          <a:p>
            <a:r>
              <a:t>【講義補充】 - 第四樣回報：聖地與冠名。- 代表：拜羅伊特、卡內基音樂廳、三得利音樂廳、迪士尼音樂廳。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20｜拜羅伊特：一位國王，砸錢蓋一座「聖地」</a:t>
            </a:r>
          </a:p>
          <a:p/>
          <a:p>
            <a:r>
              <a:t>【講稿】（停留約 85 秒）這個故事，根本就是十九世紀版的「新創燒錢 × 天使投資」。作曲家華格納（Wagner）有個瘋狂的夢：為自己一齣長達 14 小時的歌劇，蓋一座專屬劇院。這要花天文數字。但他遇到了完美的金主——1864 年，巴伐利亞國王路德維希二世（Ludwig II）成了他近乎無上限的「天使投資人」（天使投資人，就是在一個案子最早、最燒錢、最沒人敢投的時候，就砸大錢進來的金主）。國王出資，讓華格納自建了拜羅伊特節慶劇院（Bayreuth Festspielhaus），連樂池都是隱藏式、下沉的，讓觀眾完全沉浸。1876 年首屆音樂節，全歐洲名流朝聖。結果呢？他把德國一座本來沒沒無聞的小鎮拜羅伊特，變成了全球樂迷心中的「麥加」、非去朝聖一次不可的聖地。這對應我們待會兒的企業提案第 3 點：把場館、把音樂節，做成一個 iconic 的品牌。</a:t>
            </a:r>
          </a:p>
          <a:p>
            <a:r>
              <a:t>【講義補充】 - 1864 路德維希二世成華格納金主；自建拜羅伊特節慶劇院（隱藏式下沉樂池）。- 1876 首屆音樂節，全歐名流與會。- 📖 名詞解釋｜天使投資人（angel investor）：在事業最早期、風險最高時就投入大額資金的金主，換取未來的巨大回報或影響力。</a:t>
            </a:r>
          </a:p>
          <a:p>
            <a:r>
              <a:t>【影片操作】 播華格納〈女武神的騎行〉約 3 分鐘。播前：「想像 14 小時的史詩，這只是其中最著名的 3 分鐘。」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21｜卡內基音樂廳：賣鋼鐵的錢，換一座以你為名的殿堂</a:t>
            </a:r>
          </a:p>
          <a:p/>
          <a:p>
            <a:r>
              <a:t>【講稿】（停留約 70 秒）把冠名場館玩到最經典的，是鋼鐵大王卡內基（Andrew Carnegie）。1891 年，紐約的卡內基音樂廳（Carnegie Hall）落成，全額出資的就是他；開幕那一夜，登台的是大作曲家柴可夫斯基——氣派一次到位。各位體會一下這筆交易：卡內基把賣鋼鐵賺來的錢，換成了一座以他為名的頂級殿堂。一百多年過去，「卡內基」這三個字，已經等於全世界音樂家最想站上的舞台——一個表演者能說出「我在卡內基演出過」，是無上的榮耀。這就是冠名場館的威力：你出一次錢，這座殿堂就永遠掛著你的名字，替你說話。</a:t>
            </a:r>
          </a:p>
          <a:p>
            <a:r>
              <a:t>【講義補充】 - 卡內基音樂廳（Carnegie Hall，紐約 1891），鋼鐵大王卡內基出資，開幕由柴可夫斯基登台（開幕細節待查證）。- 「在卡內基演出過」成為音樂家的最高榮譽之一＝冠名場館的長期品牌效益。</a:t>
            </a:r>
          </a:p>
          <a:p>
            <a:r>
              <a:t>【影片操作】 播柴可夫斯基代表作片段約 2–3 分鐘（呼應卡內基開幕，連結待查證）。播前：「一座以企業家為名的殿堂，開幕之聲。」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22｜三得利音樂廳：威士忌企業的「音之寶石盒」</a:t>
            </a:r>
          </a:p>
          <a:p/>
          <a:p>
            <a:r>
              <a:t>【講稿】（停留約 55 秒）這個模式，亞洲的企業也玩得很漂亮。1986 年，日本的三得利（Suntory）——一家做威士忌的企業——在東京蓋了三得利音樂廳。指揮大師卡拉揚（Herbert von Karajan）親口稱它是「音之寶石盒」。各位想想：一家賣酒的公司，靠一座音樂廳，就把自己的品牌，和「頂級文化」永久綁在了一起。從此你聽到「三得利」，腦中浮現的不只是威士忌，還有世界一流的音樂。這就是亞洲企業版的卡內基：用一座殿堂，替品牌鍍上文化的金身。</a:t>
            </a:r>
          </a:p>
          <a:p>
            <a:r>
              <a:t>【講義補充】 - 三得利音樂廳（Suntory Hall，東京 1986）；卡拉揚譽為「音之寶石盒」。- 一家酒商靠冠名場館，把品牌與頂級文化永久綁定。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23｜迪士尼音樂廳：一筆捐款，一座城市地標</a:t>
            </a:r>
          </a:p>
          <a:p/>
          <a:p>
            <a:r>
              <a:t>【講稿】（停留約 55 秒）再看一個當代的例子。洛杉磯的迪士尼音樂廳（Walt Disney Concert Hall），2003 年啟用。它是怎麼來的？迪士尼的遺孀莉莉安·迪士尼（Lillian Disney），1987 年捐了五千萬美元起建，交給建築大師蓋瑞（Frank Gehry）設計。今天，那棟閃亮的金屬曲面建築，成了整個洛杉磯的城市地標和觀光名片，掛著「迪士尼」的名字。從卡內基、三得利到迪士尼，你會發現一個共同點：企業出資蓋一座殿堂，換到的，是把名字刻進城市的天際線和文化史——一筆會不斷增值的資產。</a:t>
            </a:r>
          </a:p>
          <a:p>
            <a:r>
              <a:t>【講義補充】 - 洛杉磯迪士尼音樂廳（Walt Disney Concert Hall，2003），莉莉安·迪士尼 1987 捐 5,000 萬美元起建，蓋瑞（Frank Gehry）設計。- 冠名場館共同點：把名字蓋成城市地標與文化史，一筆增值資產。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24｜第五樣：人才與凝聚</a:t>
            </a:r>
          </a:p>
          <a:p/>
          <a:p>
            <a:r>
              <a:t>【講稿】（停留約 25 秒）第五樣回報，比較內向，但對經營一家公司極重要——人才與凝聚。長期養一支團隊、蓋一座舞台，換到的不只是面子，還有人才、研發，和整個組織的向心力。這一樣，兩百多年前有一位親王，示範得淋漓盡致。</a:t>
            </a:r>
          </a:p>
          <a:p>
            <a:r>
              <a:t>【講義補充】 - 第五樣回報：人才與凝聚。- 代表：埃斯特哈齊親王。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25｜埃斯特哈齊親王：花錢養一座「私人研發中心」</a:t>
            </a:r>
          </a:p>
          <a:p/>
          <a:p>
            <a:r>
              <a:t>【講稿】（停留約 75 秒）匈牙利的埃斯特哈齊（Esterházy）親王，就是一位把「養音樂」當長期投資的貴族企業家。他蓋了一座莊園，人稱「匈牙利的凡爾賽」，裡面歌劇院、劇場、音樂廳一應俱全——等於替自己蓋了一座私人研發中心，兼門面工程：撐排場、招待貴賓、凝聚整個宮廷的聲望，全包了。他長期供養一整支樂團。有意思的是，親王自己愛玩一種冷門的低音樂器叫巴里頓琴（baryton，一種音色特殊、很難演奏的古樂器），樂團就得為它量身打造上百首曲子——你看，金主的品味，直接決定了研發方向。這筆投資的回報是什麼？「埃斯特哈齊」這個姓氏，兩百多年後的今天，我們還在講。這也正是等一下企業提案的第 1 點：長期穩定資助，加上一座能養創新的場館。</a:t>
            </a:r>
          </a:p>
          <a:p>
            <a:r>
              <a:t>【講義補充】 - 埃斯特哈齊親王的莊園＝「匈牙利的凡爾賽」，歌劇院/劇場/音樂廳俱全＝私人研發中心＋門面工程。- 親王愛玩巴里頓琴，樂團為它寫大量曲子＝雇主品味催生研發。- 對應提案第 1 點。- 📖 名詞解釋｜巴里頓琴（baryton）：附可撥彈共鳴弦的低音弓弦樂器，18 世紀後幾乎絕跡。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26｜第六樣：國家與企業的形象</a:t>
            </a:r>
          </a:p>
          <a:p/>
          <a:p>
            <a:r>
              <a:t>【講稿】（停留約 30 秒）第六樣回報，也是各位最關心的一樣——形象。音樂，能替一個國家、一家企業，寫下一種難以複製的「氣質」。這股氣質，可以是一個國家的凝聚力（國力），可以是一個地方的觀光財（國家形象），也可以是一個品牌讓人想靠近的質感（企業品牌）。接下來，我從國家一路講到你的品牌。</a:t>
            </a:r>
          </a:p>
          <a:p>
            <a:r>
              <a:t>【講義補充】 - 第六樣回報：國家與企業的形象。- 三個層次：國力（威爾第）、國家形象/觀光（普契尼、德布西）、企業品牌（賓士、奇美）。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27｜大衛《拿破崙加冕》：國家花錢，買一張形象</a:t>
            </a:r>
          </a:p>
          <a:p/>
          <a:p>
            <a:r>
              <a:t>【講稿】（停留約 70 秒）先看國家怎麼花錢買形象。1804 年，拿破崙（Napoléon）當上皇帝，下令委託畫家大衛（Jacques-Louis David）畫下他的加冕大典，還封他為「皇帝首席畫師」——這是一件不折不扣的國家級形象工程。而且這位甲方改稿改得理直氣壯：他的母親其實因家族失和沒出席，卻被要求畫進正中央最尊貴的包廂；教皇原本像個旁觀者，拿破崙看了畫室之後，要求改成「舉手祝福」的姿勢。報酬呢？大衛自估十萬法郎，最後實收六萬五——強勢甲方殺價，兩百年前就這樣。但反過來說，也正是這筆國家委託，讓這幅畫永遠掛進了羅浮宮。出錢的拿破崙，買到的是一整個帝國的「國家形象」。</a:t>
            </a:r>
          </a:p>
          <a:p>
            <a:r>
              <a:t>【講義補充】 - 大衛《拿破崙加冕》（1805–1807），現藏羅浮宮。- 甲方改稿二例：缺席的母親入畫中央；教皇改為祝福姿勢。- 報酬：自估 10 萬法郎、實收 6.5 萬法郎。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28｜德拉克洛瓦《自由引導人民》：國家花三千法郎，買一份認同</a:t>
            </a:r>
          </a:p>
          <a:p/>
          <a:p>
            <a:r>
              <a:t>【講稿】（停留約 65 秒）國家買形象，還有另一種——買「認同」。1830 年七月革命之後，法國政府用三千法郎，買下畫家德拉克洛瓦（Delacroix）的《自由引導人民》。這幅畫的政治訊息太強烈，掛沒多久就被收起來，一直到 1874 年才正式進羅浮宮。可是後來它翻身了：它被印上法國一百法郎的紙鈔，全國人每天摸著它過日子，變成了國家的視覺識別。各位看，政府買畫、企業贊助，買的其實是同一樣東西——認同。一幅畫、一段音樂，一旦綁上了群眾的情感，它的價值就再也不是三千法郎能衡量的了。</a:t>
            </a:r>
          </a:p>
          <a:p>
            <a:r>
              <a:t>【講義補充】 - 德拉克洛瓦《自由引導人民》（1830），現藏羅浮宮。- 1831 由法國政府以 3,000 法郎購藏；1874 正式入藏羅浮宮。- 1978–1995 印於法國 100 法郎紙鈔＝國家視覺識別。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29｜威爾第：用一首歌，凝聚一個國家（音樂＝國力）</a:t>
            </a:r>
          </a:p>
          <a:p/>
          <a:p>
            <a:r>
              <a:t>【講稿】（停留約 75 秒）現在把層次拉高到「國力」。十九世紀的義大利，四分五裂、國勢衰弱，還被外國統治著。但作曲家威爾第（Verdi）的歌劇，讓全民因為音樂而振奮。他的歌劇《那布果》（Nabucco）裡有一首〈Va, pensiero〉，是一群被擄的奴隸思念祖國的大合唱。這首歌，成了義大利統一運動（Risorgimento，義大利文「復興」的意思）的非官方國歌。當時外國政府嚴密審查，義大利人不能公開喊獨立，於是他們就高喊「Viva VERDI」——表面上是「威爾第萬歲」，其實 VERDI 這五個字母，是「義大利國王萬歲」那句話的縮寫暗號。你看，一段旋律，凝聚了一個還沒統一的國家。這，就是音樂的國力。</a:t>
            </a:r>
          </a:p>
          <a:p>
            <a:r>
              <a:t>【講義補充】 - 威爾第《那布果》〈Va, pensiero〉成義大利統一運動（Risorgimento）非官方國歌。- 「Viva VERDI」＝義大利國王維托里奧·埃馬努埃萊的縮寫暗號。- 📖 名詞解釋｜Risorgimento（復興運動）：19 世紀義大利脫離外國統治、走向統一建國的運動。</a:t>
            </a:r>
          </a:p>
          <a:p>
            <a:r>
              <a:t>【影片操作】 可播〈Va, pensiero〉合唱約 3 分鐘。播前：「聽一個民族，如何用一首歌找回自己。」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30｜普契尼：作曲家替國家寫下觀光財（音樂＝國家形象）</a:t>
            </a:r>
          </a:p>
          <a:p/>
          <a:p>
            <a:r>
              <a:t>【講稿】（停留約 75 秒）國家形象，還能直接變成觀光財。義大利作曲家普契尼（Puccini）的歌劇，就替一個個地方帶來實實在在的觀光收入。他的《蝴蝶夫人》故事發生在日本長崎，結果長崎的哥拉巴園，就因為這齣歌劇成了「蝴蝶夫人之家」，變成景點，一年吸引近兩百萬訪客；他的《托斯卡》把羅馬的地標寫成歌劇場景，這些地標就變成樂迷的朝聖點。各位聽出來了嗎？一個地方的觀光財，很多時候是作曲家替它寫出來的——音樂替一座城市寫下難以複製的氣質，然後這股氣質，能一直收門票、一直帶客人。對品牌來說也一樣：找對的音樂，能替你寫下一張讓人想靠近的名片。</a:t>
            </a:r>
          </a:p>
          <a:p>
            <a:r>
              <a:t>【講義補充】 -《蝴蝶夫人》→長崎哥拉巴園「蝴蝶夫人之家」，年訪客近 200 萬；《托斯卡》→羅馬地標朝聖點。- 音樂替一個地方寫下可持續變現的氣質（觀光財）。</a:t>
            </a:r>
          </a:p>
          <a:p>
            <a:r>
              <a:t>【影片操作】 播普契尼詠嘆調約 3 分鐘（〈今夜無人入睡 Nessun dorma〉）。播前：「聽一位作曲家，怎麼替一個地方寫下讓人想去的氣質。」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31｜德布西：替法國寫下「浪漫」這張名片</a:t>
            </a:r>
          </a:p>
          <a:p/>
          <a:p>
            <a:r>
              <a:t>【講稿】（停留約 55 秒）再舉一個各位一定有感的例子。我們一想到法國，就想到「浪漫」——這股印象是怎麼來的？很大一部分，是作曲家德布西（Debussy）替它寫的。他的《月光》《海》《牧神的午後》，把「法式浪漫」變成了一種全世界都認得、都嚮往的氣質。各位注意：一個國家的形象，可以由作曲家一筆一筆寫出來；而「形象」，就是最值錢的觀光與品牌資產。我們今天入場、待會兒散場流動的那首《月光》，正是這張法國的名片。</a:t>
            </a:r>
          </a:p>
          <a:p>
            <a:r>
              <a:t>【講義補充】 - 德布西《月光》《海》《牧神的午後》＝「法式浪漫」形象的來源。- 國家/品牌形象是最值錢的無形資產，可由藝術一筆筆塑造。</a:t>
            </a:r>
          </a:p>
          <a:p>
            <a:r>
              <a:t>【影片操作】 無（《月光》於開場、散場循環輕放）。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32｜賓士借蕭邦，賣的是「身分」（音樂＝企業品牌）</a:t>
            </a:r>
          </a:p>
          <a:p/>
          <a:p>
            <a:r>
              <a:t>【講稿】（停留約 75 秒）從國家講回各位最關心的——企業品牌。先看國際品牌怎麼玩。像賓士（Mercedes-Benz）這種頂級車廠，做廣告的時候，常常用古典鋼琴曲來烘托，尤其是蕭邦（Chopin）那種帶著貴族、優雅氣質的音樂。為什麼？因為當那樣的琴聲一響，你心裡浮現的不是「這台車馬力多少」，而是「開這台車，代表我這個人的身分、品味往上升一級」。音樂，替一個冷冰冰的工業產品，鍍上了一層「格調」，把功能訴求，變成了身分認同。這就是我一開始講的「去銅臭味」，最日常、最好懂的版本：同樣一台車，配上對的音樂，你賣的就不只是引擎，是品味。我們就聽一首蕭邦，感受一下那種頂級品牌廣告最愛用的琴聲。</a:t>
            </a:r>
          </a:p>
          <a:p>
            <a:r>
              <a:t>【講義補充】 - 頂級品牌以蕭邦式鋼琴曲烘托廣告：把功能訴求轉為身分認同（行銷示意）。- 音樂替產品鍍格調＝最日常的「去銅臭味」。- 本頁以蕭邦《夜曲》代表該類琴聲；若取得賓士官方蕭邦廣告可替換。</a:t>
            </a:r>
          </a:p>
          <a:p>
            <a:r>
              <a:t>【影片操作】 播蕭邦《夜曲 Op.9 No.2》約 3 分鐘。播前：「注意這種琴聲，是不是很多頂級品牌廣告都在用？」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33｜奇美：許文龍，台灣的梅迪奇（音樂＝企業品牌）</a:t>
            </a:r>
          </a:p>
          <a:p/>
          <a:p>
            <a:r>
              <a:t>【講稿】（停留約 80 秒）看完國際品牌，我要給各位一個台灣自己的例子，而且是最漂亮的一個——奇美（Chimei）。奇美的創辦人許文龍先生，做的是石化、電子這些「很有銅臭味」的生意。如果他沒有做接下來這件事，大家對奇美的印象，可能就只是冷冰冰的塑膠和面板。但他做了什麼？他收藏了全世界數量最多的名琴，蓋了一座奇美博物館。結果現在你一想到奇美，畫面裡不再只有電視和塑膠，而是滿滿的藝術氣息。這，就是台灣自己的梅迪奇：用藝術，把整家企業的形象，整個往上升了一級。而且這個例子最貼近各位——你不必在歐洲、不必是貴族，一位台灣的企業家，就在台南，做到了。我們來看奇美的名琴。</a:t>
            </a:r>
          </a:p>
          <a:p>
            <a:r>
              <a:t>【講義補充】 - 奇美博物館提琴收藏逾千把，為世界最大規模的私人提琴收藏。- 據奇美官方沿革，1990 年許文龍向小提琴家林昭亮購入第一把史特拉底瓦里名琴起家。- 台灣本地的「梅迪奇」：用藝術升級企業形象。- 影片連結待最終查證。</a:t>
            </a:r>
          </a:p>
          <a:p>
            <a:r>
              <a:t>【影片操作】 播奇美博物館名琴音樂饗宴影片約 2–3 分鐘。播前：「看一家台灣企業，怎麼用名琴替自己換一張臉。」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34｜奇美的高招：把價值連城的名琴，免費借出去</a:t>
            </a:r>
          </a:p>
          <a:p/>
          <a:p>
            <a:r>
              <a:t>【講稿】（停留約 70 秒）奇美還有一步棋，特別高明，值得各位學起來。他不只是把名琴收藏起來擺著看——他把價值連城的史特拉底瓦里（Stradivari，史上最頂級的小提琴品牌）名琴，免費借給頂尖的音樂家使用。從台灣之光曾宇謙，到國際大師馬友友（Yo-Yo Ma），這些名家在世界各大舞台上拉的那把琴，掛著的是「奇美」的名字。各位算算這筆帳：一把琴借出去，換來的是全球最高規格的舞台上、源源不絕的品牌曝光與好感。這就是「以藝術養品牌」最聰明的槓桿——你不必自己上台，讓世界級的大師，替你發光。</a:t>
            </a:r>
          </a:p>
          <a:p>
            <a:r>
              <a:t>【講義補充】 - 奇美免費出借名琴給頂尖音樂家（曾宇謙、馬友友等）。- 📖 名詞解釋｜史特拉底瓦里（Stradivari）：17–18 世紀義大利製琴師史特拉迪瓦里製作的名琴，音色傳奇、存世稀少，是頂級名琴代名詞。- 槓桿效應：一把琴外借＝全球舞台的持續品牌曝光。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35｜台灣的贊助廠商：不只奇美</a:t>
            </a:r>
          </a:p>
          <a:p/>
          <a:p>
            <a:r>
              <a:t>【講稿】（停留約 65 秒）我特別要跟在座各位台灣的企業家說：這不是遙遠的歐洲故事，台灣早就有一批企業，在當「現代的梅迪奇」，奇美只是最亮眼的那一個。台積電的文教基金會，長年支持藝文和音樂教育；富邦、國泰的藝術基金會，深耕當代藝術和展演；我們熟悉的雲門舞集、各大交響樂團、各種藝術節，背後都站著一整排企業贊助者。我講這些，是想告訴各位：贊助藝術，不是有錢有閒才能做的事，而是台灣很多聰明的企業，正在做、而且各位也做得到的事。今天散場之後，這件事就可以放進你的口袋名單。</a:t>
            </a:r>
          </a:p>
          <a:p>
            <a:r>
              <a:t>【講義補充】 - 台灣企業贊助藝文案例（各案例細節待查證）：奇美博物館；台積電文教基金會（藝文與音樂教育）；富邦藝術基金會、國泰藝術基金會（當代藝術與展演）；雲門舞集與各樂團/藝術節的企業贊助。- 意涵：贊助藝術是台灣企業正在做、也做得到的事。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36｜第七樣，最硬的回報：實實在在的錢</a:t>
            </a:r>
          </a:p>
          <a:p/>
          <a:p>
            <a:r>
              <a:t>【講稿】（停留約 30 秒）前面講的六樣——地位、曝光、不朽、聖地、人才、形象——你可能會說，這些都有點「虛」。那好，最後這第七樣，是最硬的一樣，白花花的鈔票。我要用一個故事證明：出錢贊助一段音樂，可以直接、實實在在地，撐起一家公司一百年的生意。</a:t>
            </a:r>
          </a:p>
          <a:p>
            <a:r>
              <a:t>【講義補充】 - 第七樣回報：實利（可量化的營收）。- 代表：維蘇威纜車公司與《Funiculì, Funiculà》。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37｜Funiculì：纜車公司花錢委創，一首宣傳歌</a:t>
            </a:r>
          </a:p>
          <a:p/>
          <a:p>
            <a:r>
              <a:t>【講稿】（停留約 70 秒）1880 年，義大利拿坡里的維蘇威火山，蓋了一條登山纜車，開通了。但纜車公司碰到一個每個做新產品的人都懂的難題：東西是好的，客人不敢用——大家怕火山、不敢坐。他們的解方，各位猜到了嗎？花錢，委託作曲家丹薩（Denza）寫了一首宣傳歌，就叫《Funiculì, Funiculà》，歌名的意思就是「纜車上山、纜車下山」。這首歌，後來常被稱為「史上最早的廣告歌」之一——它從第一天起，就不是為了藝術，而是為了賣一項產品而寫的。各位注意：出錢的是誰？是纜車公司。他們要的，不是留名青史，是把客人的「怕」，變成「想去」。</a:t>
            </a:r>
          </a:p>
          <a:p>
            <a:r>
              <a:t>【講義補充】 - 1880 維蘇威火山纜車開通；為宣傳纜車委創《Funiculì, Funiculà》（丹薩曲、圖爾科拿坡里語詞）。- 常被稱為「史上最早的廣告歌」之一。- 出資者＝纜車公司，目的＝行銷。</a:t>
            </a:r>
          </a:p>
          <a:p>
            <a:r>
              <a:t>【影片操作】 無（壓軸帶動唱時才播伴唱）。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38｜一首歌，把客人唱上山</a:t>
            </a:r>
          </a:p>
          <a:p/>
          <a:p>
            <a:r>
              <a:t>【講稿】（停留約 70 秒）這首委創的廣告歌，效果好到什麼程度？樂譜一年之內賣破一百萬份，歌聲傳遍全歐洲的沙龍和街頭，「去拿坡里、坐纜車上維蘇威」變成整個歐洲的旅遊夢想。各位想想：一首三分鐘的歌，把大家心裡的「怕」，唱成了「想去」。而且名氣接著就兌現成生意：1888 年，旅行社的老祖宗、英國的湯瑪斯·庫克公司（Thomas Cook），把這條纜車編進國際觀光行程，全世界的旅客跟著行程表上山，運量一路倍增。各位看，這條漂亮的成長曲線，起點就是纜車公司當年花錢委託的那一首歌。這就是我說的「第七樣、最硬的回報」——實實在在的客人、實實在在的錢。</a:t>
            </a:r>
          </a:p>
          <a:p>
            <a:r>
              <a:t>【講義補充】 - 樂譜一年售出百萬份（據 Treccani《義大利人物傳記辭典》）。- 1888 湯瑪斯·庫克父子公司把纜車編入國際觀光行程，運量倍增。- 一首委創歌＝纜車公司成長曲線的起點。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39｜維蘇威纜車：打不倒的百年行銷資產</a:t>
            </a:r>
          </a:p>
          <a:p/>
          <a:p>
            <a:r>
              <a:t>【講稿】（停留約 75 秒）這門生意後來怎麼樣？它經歷了大概是商業史上最硬核的「不可抗力」測試。1906 年，維蘇威火山大噴發，車站、車廂全部埋進二、三十公尺深的火山灰——照理說故事該結束了吧？可是三年後，1909 年，纜車重建、復駛；1911 年山崩再停，1912 年又開。為什麼值得一次又一次重建？因為那首歌帶來的名氣和穩定客源，讓每一次重建都算得過來。硬體會被天災淘汰——但那首 1880 年的委創歌，到今天還在全世界的電影、廣告、音樂會裡，替維蘇威、替拿坡里「免費帶客」。所以給在座企業家的啟示很簡單：產品有生命週期，但一次到位的贊助內容，是跨世紀的資產。一次委創，回報以百年計——這就是「投資美」最極致的複利。好，講完它的身世，等一下，換我們自己來把這首歌唱一遍。</a:t>
            </a:r>
          </a:p>
          <a:p>
            <a:r>
              <a:t>【講義補充】 - 1906 大噴發全毀→1909 重建復駛；1911 山崩→1912 再開；1944 火山加戰火後轉型，1953 改吊椅營運至 1984。- 那首委創歌成為跨世紀行銷資產。- 金句：一次委創，回報以百年計。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40｜企業的回報：贊助藝術，買到錢買不到的東西</a:t>
            </a:r>
          </a:p>
          <a:p/>
          <a:p>
            <a:r>
              <a:t>【講稿】（停留約 80 秒）我們把七樣回報，收攏成四個各位董事會上聽得懂的面向。第一，品牌聲望與差異化——像卡內基、像拜羅伊特，把名字刻進文化史。第二，客戶關係與高端形象——像賓士、像奇美，用藝術替品牌鍍格調，緊緊綁住最高價值的客群。第三，人才吸引與員工凝聚——像埃斯特哈齊，長期養才、養場館，凝聚內部認同。第四，也是各位老闆最想聽的，可量化的溢價——藝文投資會變成實打實的品牌溢價和實利：奇美的形象、普契尼帶來的兩百萬觀光客、纜車那條百年的成長曲線，這些都算得出來。所以請記住這句話：贊助藝術，不是成本，是一筆會增值的長期資產。（順帶一提，文化藝術贊助在稅務上也可能有優惠，這部分請洽你的會計師。）</a:t>
            </a:r>
          </a:p>
          <a:p>
            <a:r>
              <a:t>【講義補充】 - 四面向：①品牌聲望與差異化（卡內基/拜羅伊特）②客戶關係與高端形象（賓士/奇美）③人才與凝聚（埃斯特哈齊）④可量化的溢價（品牌溢價、觀光訪客數、纜車百年運量）。- 核心金句：不是成本，是會增值的長期資產。- 稅務優惠依文化藝術相關法規評估，建議洽會計師。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41｜企業家最適合聽的音樂</a:t>
            </a:r>
          </a:p>
          <a:p/>
          <a:p>
            <a:r>
              <a:t>【講稿】（停留約 60 秒）在給各位提案之前，先送大家一份「實用清單」——企業家最適合聽的四首音樂，按場合分。第一，需要專注、需要沉澱、壓力大的時候，聽今天的《郭德堡變奏曲》，它規律、清澈，能幫你把腦子清乾淨。第二，尾牙、開工、團隊誓師，要凝聚人心、鼓舞士氣，放貝多芬的〈歡樂頌〉，保證全場熱血。第三，要炒熱氣氛、帶動全場，就用我們今天的壓軸，那首輕快好上口的《Funiculì》。第四，一個人獨處、或招待重要客人，需要安靜有品味的背景音，放德布西的《月光》。學會用音樂管理情緒、管理場合，這是各位當領導者，最低成本的一項軟實力。</a:t>
            </a:r>
          </a:p>
          <a:p>
            <a:r>
              <a:t>【講義補充】 - 郭德堡＝專注/紓壓；〈歡樂頌〉＝凝聚/士氣；Funiculì＝炒熱氣氛；月光＝沉澱/招待。- 用音樂管理情緒與場合＝領導者的低成本軟實力。（皆為情境定位，非療效宣稱）</a:t>
            </a:r>
          </a:p>
          <a:p>
            <a:r>
              <a:t>【影片操作】 無（可輕放《月光》當背景）。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42｜給企業的五點提案（一）</a:t>
            </a:r>
          </a:p>
          <a:p/>
          <a:p>
            <a:r>
              <a:t>【講稿】（停留約 60 秒）那麼，今天的企業具體可以怎麼做？我整理成五點，這是全場最實用的部分。第 1 點，像埃斯特哈齊：給藝術家長期、穩定的資助，並用一座場館養創新——給他一個能安心研發的家。第 2 點，像佛瑞的女伯爵：找一位「對的」藝術家，深度綁定、長期陪他成名——與其把預算灑給一百個人，不如成就一個人。</a:t>
            </a:r>
          </a:p>
          <a:p>
            <a:r>
              <a:t>【講義補充】 - 提案 1 像埃斯特哈齊：長期穩定資助＋場館養創新。- 提案 2 像佛瑞的女伯爵：找對的藝術家深度綁定、長期陪伴。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43｜給企業的五點提案（二）</a:t>
            </a:r>
          </a:p>
          <a:p/>
          <a:p>
            <a:r>
              <a:t>【講稿】（停留約 60 秒）第 3 點，像拜羅伊特、像卡內基：把你的場館、或你辦的音樂節，做成一個 iconic 的品牌，把名字冠上去，做成一個讓人非朝聖不可的地方。第 4 點，像維蘇威纜車公司：委託一支「屬於你品牌」的作品，或一首主題曲，讓它替你長期帶客——記住，一次委創，回報可以用百年計。</a:t>
            </a:r>
          </a:p>
          <a:p>
            <a:r>
              <a:t>【講義補充】 - 提案 3 像拜羅伊特/卡內基：把場館/音樂節做成 iconic 品牌、把名字冠上去。- 提案 4 像纜車公司：委創屬於品牌的作品/主題曲，長期帶客。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44｜給企業的五點提案（三）</a:t>
            </a:r>
          </a:p>
          <a:p/>
          <a:p>
            <a:r>
              <a:t>【講稿】（停留約 65 秒）第 5 點，我要特別講給在座的各位——像梅迪奇，但也像《夜巡》裡那群合資的生意人：當金主，換取聲望與差異化。你可以自己來，也可以揪你的公會、你的交流會，大家合資一起當金主。最後，請把三個詞帶回家，這是所有提案的靈魂：對等、可持續、共融。不是施捨，是對等的合作；不是一次性的曝光，是可持續的關係；不是高高在上，是跟藝術家、跟社群共融。做到這三個詞，你的每一分贊助，都會加倍地回到你身上。</a:t>
            </a:r>
          </a:p>
          <a:p>
            <a:r>
              <a:t>【講義補充】 - 提案 5 像梅迪奇與《夜巡》公會：個人或集體合資當金主，換聲望與差異化。- 三記憶點：對等、可持續、共融。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45｜當代委創（樂譜頁）：今天輪到你當金主</a:t>
            </a:r>
          </a:p>
          <a:p/>
          <a:p>
            <a:r>
              <a:t>【講稿】（停留約 50 秒）各位看這一頁樂譜，它是空白的——因為它還沒被寫出來。從梅迪奇，到路德維希二世，到卡內基，每一個願意委託新作品的金主，都把自己的名字，寫進了未來的文化史。今天，輪到你了。你不需要懂作曲，你只需要做一個決定：委託一部屬於這個時代、屬於你品牌的新作品。三百年後，也許還有人會記得，是誰當年付了這筆錢。</a:t>
            </a:r>
          </a:p>
          <a:p>
            <a:r>
              <a:t>【講義補充】 - 委創＝把品牌名字寫進未來文化史。- 樂譜佔位 d2-modern-piano。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46｜重點回顧：贊助，換到七樣東西</a:t>
            </a:r>
          </a:p>
          <a:p/>
          <a:p>
            <a:r>
              <a:t>【講稿】（停留約 60 秒）我們快速回顧今天的地圖。出錢贊助藝術，你會換到七樣東西：一、地位與權力，梅迪奇；二、集體曝光，《夜巡》那群公會生意人，也就是各位；三、不朽之名，貝多芬的三位貴族、佛瑞的女伯爵、郭德堡的伯爵、梵谷的弟弟；四、聖地與冠名，拜羅伊特、卡內基、三得利、迪士尼；五、人才與凝聚，埃斯特哈齊；六、國家與企業的形象，拿破崙、威爾第、普契尼、賓士、奇美；七、最硬的實利，那家靠一首歌撐起百年的纜車公司。不論你的公司多大、多小，你都當得起這個金主。所以帶走今天唯一的這句話：你成就音樂，音樂也成就你。</a:t>
            </a:r>
          </a:p>
          <a:p>
            <a:r>
              <a:t>【講義補充】 - 七樣回報一次收攏（地位/曝光/不朽/聖地冠名/人才/形象/實利）。- 豪門（梅迪奇）與集體合資（夜巡公會）皆可為金主。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47｜行動呼籲：成為下一個梅迪奇</a:t>
            </a:r>
          </a:p>
          <a:p/>
          <a:p>
            <a:r>
              <a:t>【講稿】（停留約 45 秒）你不需要是國王，不需要是鋼鐵大王。梅迪奇可以是一個銀行王朝，也可以是《夜巡》裡合資的一群生意人，甚至是一個相信弟弟的哥哥。你只需要做一件「對等、可持續、共融」的事。也許今天回去，你就可以開始：找一位你欣賞的、對的藝術家，或是揪上你的公會、你的交流會，一起提一個小小的委託創作。梅迪奇當年，也是從一場婚禮的一齣歌劇開始的。</a:t>
            </a:r>
          </a:p>
          <a:p>
            <a:r>
              <a:t>【講義補充】 - 行動：找一位對的藝術家，或揪公會/交流會合資，提一個小委創。- 三原則：對等、可持續、共融。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48｜全場帶動唱：Funiculì, Funiculà</a:t>
            </a:r>
          </a:p>
          <a:p/>
          <a:p>
            <a:r>
              <a:t>【講稿】（停留約 15–20 分鐘，全場帶動唱）現在，請各位親自當一次「內容的傳播者」——我們一起唱纜車公司那首一百四十年前的廣告歌。別緊張，只要學會兩句。第一句：「Jamme, jamme, 'ncoppa jamme jà!」（亞姆美、亞姆美，恩苦帕・亞姆美・亞！）意思是「走吧走吧，一起上山去」。第二句更簡單：「Funiculì, funiculà!」（福尼庫利、福尼庫拉！）就是「纜車上山、纜車下山」的歡呼。我先唱一次給各位聽；然後我們全場一起來兩次；第三次，請加上拍手。不用唱準，只要唱開心。（帶動唱進行，可反覆多輪、分組合唱、加拍手）……太棒了！各位剛剛唱的，是一支 1880 年的廣告。一個好的贊助內容，一百四十年後，還有一整個場子的人替它免費傳唱——這，就是投資美的複利。也是我今天想送給各位的一句話：你成就音樂，音樂也成就你。</a:t>
            </a:r>
          </a:p>
          <a:p>
            <a:r>
              <a:t>【講義補充】 - 副歌拼讀：Jamme, jamme, 'ncoppa jamme jà!（走吧走吧，一起上山去）／Funiculì, funiculà!（纜車上山、纜車下山）。- 流程：講師領唱 1 次→全場 2 次→第 3 次加拍手，可再分組合唱。- 這一段即「歌曲教唱 20 分鐘」，與 90 分鐘主體分開。- 收尾金句：你成就音樂，音樂也成就你。</a:t>
            </a:r>
          </a:p>
          <a:p>
            <a:r>
              <a:t>【影片操作】 以 Pavarotti 版當示範與伴唱底：先放副歌段讓大家聽一次，帶動唱時音量壓低當伴奏。播前：「聽聽歌王怎麼唱，等一下換我們。」播後：「你們剛剛完成了一次一百四十年的內容傳播。」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49｜Q&amp;A 與延伸聆聽</a:t>
            </a:r>
          </a:p>
          <a:p/>
          <a:p>
            <a:r>
              <a:t>【講稿】（停留約 60 秒）進入提問時間。我先反問各位一個問題當熱身：你的品牌，最像今天哪一位金主？是想當獨自出手的梅迪奇，想打造聖地的拜羅伊特，還是想揪一群人合資的《夜巡》公會？也歡迎把今天聽到的曲子帶回家細聽：巴赫《郭德堡變奏曲》、貝多芬〈歡樂頌〉、丹薩《Funiculì》、佛瑞《帕凡舞曲》、威爾第〈Va, pensiero〉、德布西《月光》。如果有機會旅行，幾座場館值得朝聖：紐約卡內基音樂廳、德國拜羅伊特節慶劇院、東京三得利音樂廳，還有就在台南的奇美博物館。好，現在把時間交給各位。</a:t>
            </a:r>
          </a:p>
          <a:p>
            <a:r>
              <a:t>【講義補充】 - 延伸聆聽六曲＋朝聖場館。- 反問：你的品牌對應哪一位金主（梅迪奇/拜羅伊特/夜巡公會）？</a:t>
            </a:r>
          </a:p>
          <a:p>
            <a:r>
              <a:t>【影片操作】 Q&amp;A 期間輕放《月光》當背景墊樂。播前：「讓音樂陪我們聊天。」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50｜謝謝：願音樂，成就你的不朽</a:t>
            </a:r>
          </a:p>
          <a:p/>
          <a:p>
            <a:r>
              <a:t>【講稿】（停留約 40 秒）從梅迪奇到你——四百年的故事，換的其實都是同一件事：出一筆錢投資美，換回錢買不到的東西。願各位記得今天這句話：你成就音樂，音樂也成就你——讓美與商業，互相成就，而不是互相消耗。謝謝各位今天的聆聽。我的聯絡方式在螢幕上，期待有一天，能聽到由你委託、由你成就的那一部新作品。謝謝大家。</a:t>
            </a:r>
          </a:p>
          <a:p>
            <a:r>
              <a:t>【講義補充】 - 收尾金句：你成就音樂，音樂也成就你；讓美與商業互相成就。- 留講師資訊與聯絡方式。</a:t>
            </a:r>
          </a:p>
          <a:p>
            <a:r>
              <a:t>【影片操作】 散場時循環輕放《月光》，與開場呼應。播前（散場）：「慢走，把這份月光帶回家。」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www.youtube.com/watch?v=yf2rbcrZzDQ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www.youtube.com/watch?v=chQ7cbSUU-s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www.youtube.com/watch?v=uyQsekYvhpk" TargetMode="Externa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www.youtube.com/watch?v=xeRwBiu4wfQ" TargetMode="Externa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www.youtube.com/watch?v=vA0wLGb92fs" TargetMode="Externa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hyperlink" Target="https://www.youtube.com/watch?v=8uqPnY5hQDs" TargetMode="External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www.youtube.com/watch?v=QR10Od1cLaM" TargetMode="External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hyperlink" Target="https://www.youtube.com/watch?v=plEnfABwsSQ" TargetMode="External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www.youtube.com/watch?v=f5d86xl4qHg" TargetMode="External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www.youtube.com/watch?v=Wkt8CsZR8bY" TargetMode="External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baroque-to-impressionism.jpg"/>
          <p:cNvPicPr>
            <a:picLocks noChangeAspect="1"/>
          </p:cNvPicPr>
          <p:nvPr/>
        </p:nvPicPr>
        <p:blipFill>
          <a:blip r:embed="rId2"/>
          <a:srcRect t="22504" b="2250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11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80360"/>
            <a:ext cx="12191695" cy="3977639"/>
          </a:xfrm>
          <a:prstGeom prst="rect">
            <a:avLst/>
          </a:prstGeom>
          <a:solidFill>
            <a:srgbClr val="1A1109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19" y="2011680"/>
            <a:ext cx="9997135" cy="3840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一場關於「聰明的金主，如何用藝術換到錢買不到的東西」的四百年故事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200"/>
              </a:spcAft>
            </a:pPr>
            <a:r>
              <a:rPr sz="5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音樂與企業：贊助藝術，如何塑造你的地位、形象與品牌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副標：你成就音樂，音樂也成就你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主體約 90 分鐘＋全場帶動唱 20 分鐘｜主打聆聽 2 首＋壓軸帶動唱 1 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8D5B0"/>
                </a:solidFill>
                <a:latin typeface="Microsoft JhengHei"/>
                <a:ea typeface="Microsoft JhengHei"/>
                <a:cs typeface="Microsoft JhengHei"/>
              </a:rPr>
              <a:t>音樂與企業：從巴洛克到印象派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ction-question-money.jpg"/>
          <p:cNvPicPr>
            <a:picLocks noChangeAspect="1"/>
          </p:cNvPicPr>
          <p:nvPr/>
        </p:nvPicPr>
        <p:blipFill>
          <a:blip r:embed="rId2"/>
          <a:srcRect l="137" r="137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開場提問：一首曲子，能值多少？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今天不談音符，只談一件事：出錢的人，花這筆錢，換到了什麼？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一位品牌老闆，其實和三百年前出資養音樂的銀行家、親王，做著同一件事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核心命題：音樂，是最划算的一筆形象投資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今天不教你聽音樂，只回答一個問題：為什麼四百年來，最有錢、最有權的人，都搶著出錢贊助音樂？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因為音樂買得到錢買不到的東西：把「有錢」洗成「有品味、有地位、被人打從心裡尊敬」——去掉銅臭味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而且划算：它不是花掉就沒的成本，是會增值的資產——地位、聲望、品牌，甚至實實在在的錢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一句話帶走：你成就音樂，音樂也成就你</a:t>
            </a:r>
          </a:p>
        </p:txBody>
      </p:sp>
      <p:sp>
        <p:nvSpPr>
          <p:cNvPr id="5" name="Rectangle 4"/>
          <p:cNvSpPr/>
          <p:nvPr/>
        </p:nvSpPr>
        <p:spPr>
          <a:xfrm>
            <a:off x="7115403" y="1499616"/>
            <a:ext cx="4224528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mpare-two-way-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267" y="1554480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為什麼最頂尖的企業，都贊助藝術？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9082735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社會聲望：擠進金字塔頂端的文化圈，與菁英、政要同框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文化資本：把財富升級成品味與高度，贏得真正的尊重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不朽之名：名字刻進文化史，被傳誦數百年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品牌差異化：做別人做不到、也買不到的事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影響力與人脈：成為藝文、媒體與權力圈的交會點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定調：贊助藝術不是慈善，是金字塔頂端最高級的聲望投資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贊助廠商，到底換到了什麼？（全片地圖）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接下來四百年的故事，我只講一件事：出錢的金主，換到了什麼。一共七樣——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一、地位與權力（梅迪奇）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二、集體曝光（一群生意人合資，也就是你和你的公會）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三、不朽之名（把名字刻進歷史）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四、聖地與冠名（一座以你為名的殿堂）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五、人才與凝聚（養才、聚心）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六、國家與企業的形象（國力、觀光、品牌）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七、最硬的一樣：實實在在的錢（一首歌撐起一家百年公司）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2782366"/>
            <a:ext cx="4757623" cy="165902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7253100619930333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837230"/>
            <a:ext cx="4647895" cy="15492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baroque-to-impressionism.jpg"/>
          <p:cNvPicPr>
            <a:picLocks noChangeAspect="1"/>
          </p:cNvPicPr>
          <p:nvPr/>
        </p:nvPicPr>
        <p:blipFill>
          <a:blip r:embed="rId2"/>
          <a:srcRect l="8175" r="8175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第一樣：地位與權力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出錢贊助藝術，最古老、也最直接的回報——把「有錢」變成「有地位、有權力」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梅迪奇①：銀行家的痛點——錢多，卻缺地位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梅迪奇（Medici）＝文藝復興佛羅倫斯的「銀行王朝」：靠放款起家，連教宗、國王都是他們的客戶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痛點：放貸在當時是不光彩的行業——教會白紙黑字說，收利息是一種罪（usury）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所以他們的處境是：錢，多到花不完；地位跟名聲，卻買不到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這個痛點，各位今天的企業家一定懂——有錢，不等於被尊重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7020188" y="1499616"/>
            <a:ext cx="4414958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dici-camer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052" y="1554480"/>
            <a:ext cx="430523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梅迪奇②：用藝術，把錢變成權力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解法：把賺來的錢大手筆砸進藝術，把米開朗基羅接進家裡栽培、出錢資助波提切利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回報大到嚇人：家族出了兩位羅馬教宗、兩位法國王后，從「放款的暴發戶」變成「歐洲的統治者」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1600 年，他們用一種全新的表演——「歌劇」——替一場王室聯姻撐場面，宣告家族的身分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一句話：他們用藝術「洗格調」，把銅臭味洗成了統治歐洲的正當性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記住這個名字：全場最後，我會請你「成為下一個梅迪奇」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7020188" y="1499616"/>
            <a:ext cx="4414958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dici-camer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052" y="1554480"/>
            <a:ext cx="430523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藝術，是頂端最高級的「社交貨幣」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贊助藝術，讓你名正言順地與菁英、政要、名流站在同一個場子裡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一場音樂會、一次贊助，換來的是別的錢買不到的人脈與話題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你談的不再是報價與折扣，而是品味、格調與共同的價值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對做生意的人來說，這是最高效的一種「進圈子」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2148122"/>
            <a:ext cx="4757623" cy="292751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tion-classical-conce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202986"/>
            <a:ext cx="4647895" cy="28177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349112366533847233.jpg"/>
          <p:cNvPicPr>
            <a:picLocks noChangeAspect="1"/>
          </p:cNvPicPr>
          <p:nvPr/>
        </p:nvPicPr>
        <p:blipFill>
          <a:blip r:embed="rId2"/>
          <a:srcRect l="26854" r="26854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第二樣：集體曝光（你不必是豪門）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你不必是梅迪奇。一群像各位這樣的生意人、一個公會，合資也能買到看得見的曝光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林布蘭《夜巡》：合資買曝光，出錢越多版位越大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付錢的不是國王、不是教會——是阿姆斯特丹一個「民兵公會」，16 位生意人合資，平均每人約 100 盾（guilder，當時荷蘭的貨幣）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規則直接又公平：出錢越多，你在畫面上的位置越顯眼——最早、最透明的「贊助版位」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四百年後，這 16 個普通生意人的臉，還掛在鎮館之寶上，每年幾百萬人專程來看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誰贊助得多，誰的 logo 大、誰站 C 位——這道理，四百年沒變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666387"/>
            <a:ext cx="4757623" cy="389098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6631701813563623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21251"/>
            <a:ext cx="4647895" cy="37812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這就是你們的公會：集體贊助的現代啟示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火槍手民兵公會，說穿了就是一群有錢生意人組成的社團——跟今天的跨業交流會、公會一模一樣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一個人出不起的贊助，一群人合資就出得起；曝光與名聲，按出資比例分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你不必獨自當梅迪奇——揪一群人，就能一起當金主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想想看：如果各位的公會，合資贊助一場音樂會、一件作品，會被誰看見？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7020188" y="1499616"/>
            <a:ext cx="4414958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dici-camer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052" y="1554480"/>
            <a:ext cx="430523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518" y="0"/>
            <a:ext cx="4145176" cy="6858000"/>
          </a:xfrm>
          <a:prstGeom prst="rect">
            <a:avLst/>
          </a:prstGeom>
          <a:solidFill>
            <a:srgbClr val="5E2C22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468880"/>
            <a:ext cx="8168335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第三樣：不朽之名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錢會花完，名聲會過去；但把名字綁進一部傳世的作品，你就買到了「不朽」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貝多芬與三位金主：花錢買下一個名字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1809 年，維也納三位貴族——金斯基（Kinsky）、洛布科維茨（Lobkowitz）、魯道夫大公（Archduke Rudolph）——聯手每年掏一筆終身年金，長期包養一位作曲家，條件只有一個：「留在維也納」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他們花錢，買到的是「名字」：兩百年後，全世界談那部《第九號交響曲》，就會談到當年是誰出的錢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這不是施捨、不是慈善，是一筆綁定式的長期投資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給你的一句話：贊助要簽長約、要綁定、要白紙黑字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貝多芬《第九號交響曲》終樂章〈歡樂頌〉合唱精華——BBC Proms 2015（CBSO／Andr…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主打聆聽②，一筆贊助養出的兩百年品牌　｜　建議 00:00–04:16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這筆贊助的「兩百年複利」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第九號的〈歡樂頌 Ode to Joy〉，1985 年成為歐盟盟歌——一段旋律，代表一整個歐洲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在日本，年底幾萬人合唱「第九」是全民儀式；大阪的「萬人第九」，到今天仍由企業冠名贊助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三位貴族兩百年前付的那筆錢，到今天還在替他們的名字「配息」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這就是贊助最驚人的地方：買的不是一次曝光，是一個世紀、甚至兩個世紀的品牌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554480"/>
            <a:ext cx="4647895" cy="4114800"/>
          </a:xfrm>
          <a:prstGeom prst="roundRect">
            <a:avLst>
              <a:gd name="adj" fmla="val 4000"/>
            </a:avLst>
          </a:prstGeom>
          <a:solidFill>
            <a:srgbClr val="F6EFDD"/>
          </a:solidFill>
          <a:ln w="15875">
            <a:solidFill>
              <a:srgbClr val="D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78040" y="1554480"/>
            <a:ext cx="4099255" cy="4114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▦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圖片待補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歐盟旗幟／大阪萬人第九大合唱場景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郭德堡變奏曲：失眠伯爵的一筆私人委託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一位失眠的俄國公使凱瑟林克伯爵（Count Keyserlingk）出錢，向巴赫訂了一組助眠的鍵盤曲——極致的客製化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付錢的人買到了「名字」：曲子是巴赫寫的，兩百多年來全世界卻叫它「郭德堡」（伯爵身邊那位樂師的名字）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給企業領導者：這首「為靜心而生」的音樂，規律、清澈——很適合在高壓中沉澱思緒、專注決策，也用來紓壓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一筆私人訂單，換來三百年的流傳——今天的主打聆聽①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巴赫《郭德堡變奏曲》開頭詠嘆調（Aria）——Netherlands Bach Society（A…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主打聆聽①，「為領導者靜心而生的音樂」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佛瑞與女伯爵：贊助者，因藝術而不朽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葛雷夫勒女伯爵（Comtesse Greffulhe）在佛瑞（Fauré）還沒沒無聞時，把他引進巴黎最高的社交圈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佛瑞最美的《帕凡舞曲》（Pavane）就是為她的沙龍而寫、題獻給她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她出資、給機會；作品（還有把她寫進小說的普魯斯特）讓她永遠被記得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這就是贊助最美的回報：出錢的人，因為藝術而名留青史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佛瑞《帕凡舞曲 Pavane, Op.50》——法國國家管弦樂團（Orchestre Nation…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贊助者不朽段，沙龍優雅意象　｜　建議 00:00–02:00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梵谷與西奧：一個人的長期贊助，養出一位大師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梵谷（Van Gogh）生前幾乎賣不掉畫，靠弟弟西奧（Theo）——一位巴黎畫商——從 1882 起按月匯款養著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西奧自己說：「我把給他的錢，視為他工作的報酬」——不是施捨，是對等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一個人的長期、穩定贊助，養出了一位定義時代的大師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意涵：贊助不必是豪門手筆。梅迪奇，也可以只是一個相信家人的普通人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716618"/>
            <a:ext cx="4757623" cy="379052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0293062431296960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71482"/>
            <a:ext cx="4647895" cy="36807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ction-classical-concert.jpg"/>
          <p:cNvPicPr>
            <a:picLocks noChangeAspect="1"/>
          </p:cNvPicPr>
          <p:nvPr/>
        </p:nvPicPr>
        <p:blipFill>
          <a:blip r:embed="rId2"/>
          <a:srcRect l="25212" r="25212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第四樣：聖地與冠名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出資蓋一座殿堂，把名字刻進城市的天際線——一座會自己增值、幾十年後還在替你說話的活招牌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拜羅伊特：一位國王，砸錢蓋一座「聖地」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1864 年，巴伐利亞國王路德維希二世（Ludwig II）成了華格納（Wagner）近乎無上限的「天使投資人」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出資自建拜羅伊特節慶劇院（Bayreuth Festspielhaus）：連隱藏式下沉樂池都為作品量身打造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1876 首屆音樂節，全歐洲名流朝聖——把一座沒沒無聞的小鎮，變成樂迷心中的「麥加」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回報：一座至今仍是「聖地」的品牌（對應提案第 3 點）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華格納〈女武神的騎行 Ride of the Valkyries〉——Metropolitan O…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一座「聖地」蓋出來的震撼力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卡內基音樂廳：賣鋼鐵的錢，換一座以你為名的殿堂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1891 年，紐約卡內基音樂廳（Carnegie Hall）落成，出資的是鋼鐵大王卡內基（Andrew Carnegie）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開幕那一夜，登台的是大作曲家柴可夫斯基——氣派一次到位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一百多年後，「卡內基」這三個字，等於全世界音樂家最想站上的頂級殿堂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賣鋼鐵賺來的錢，換來一座以你為名、永遠替你說話的地標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691639"/>
            <a:ext cx="4647895" cy="1078992"/>
          </a:xfrm>
          <a:prstGeom prst="roundRect">
            <a:avLst>
              <a:gd name="adj" fmla="val 10000"/>
            </a:avLst>
          </a:prstGeom>
          <a:solidFill>
            <a:srgbClr val="FBF6EA"/>
          </a:solidFill>
          <a:ln w="12700">
            <a:solidFill>
              <a:srgbClr val="E2D3B4"/>
            </a:solidFill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104888" y="1947672"/>
            <a:ext cx="566928" cy="566928"/>
          </a:xfrm>
          <a:prstGeom prst="ellipse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04888" y="19293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2983" y="1801367"/>
            <a:ext cx="3450031" cy="8595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YouTube　</a:t>
            </a:r>
            <a:r>
              <a:rPr sz="135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柴可夫斯基（卡內基音樂廳 1891 開幕由其登台）代表作片段——（待 Cowo…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冠名場館段，一座殿堂的開幕之聲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E2C22"/>
                </a:solidFill>
                <a:latin typeface="Microsoft JhengHei"/>
                <a:ea typeface="Microsoft JhengHei"/>
                <a:cs typeface="Microsoft JhengHei"/>
              </a:rPr>
              <a:t>（待 Cowork 查證貼上）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三得利音樂廳：威士忌企業的「音之寶石盒」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1986 年，日本三得利（Suntory）——一家做威士忌的企業——在東京蓋了三得利音樂廳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指揮大師卡拉揚（Herbert von Karajan）譽為「音之寶石盒」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一家酒商，靠一座音樂廳，把品牌和「頂級文化」永久綁在一起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這就是亞洲企業版的卡內基：用一座殿堂，替品牌鍍上文化的金身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841894"/>
            <a:ext cx="4757623" cy="3539971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tion-impressionism-wa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96758"/>
            <a:ext cx="4647895" cy="34302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迪士尼音樂廳：一筆捐款，一座城市地標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洛杉磯迪士尼音樂廳（Walt Disney Concert Hall，2003）：迪士尼遺孀莉莉安（Lillian Disney）1987 年捐 5,000 萬美元起建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由建築大師蓋瑞（Frank Gehry）設計，成了洛杉磯的城市地標與觀光名片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這個「冠名場館」模式，一路傳到今天各大藝文中心、球場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共同點：一座殿堂＝把名字刻進城市天際線與文化史，一筆會增值的資產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2148122"/>
            <a:ext cx="4757623" cy="292751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tion-classical-conce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202986"/>
            <a:ext cx="4647895" cy="28177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terhaza-haydn.jpg"/>
          <p:cNvPicPr>
            <a:picLocks noChangeAspect="1"/>
          </p:cNvPicPr>
          <p:nvPr/>
        </p:nvPicPr>
        <p:blipFill>
          <a:blip r:embed="rId2"/>
          <a:srcRect t="1628" b="1628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第五樣：人才與凝聚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長期養一支團隊、蓋一座舞台——換到的是人才、是研發，還有整個組織的向心力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埃斯特哈齊親王：花錢養一座「私人研發中心」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埃斯特哈齊（Esterházy）親王＝把「養音樂」當長期投資的貴族企業家：蓋了「匈牙利的凡爾賽」莊園，歌劇院、劇場、音樂廳一應俱全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等於自建一座私人研發中心＋門面工程：撐排場、招待貴賓、凝聚聲望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親王愛玩冷門樂器巴里頓琴（baryton），樂團就得為它量身打造上百首曲子——金主的品味，決定研發方向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回報：埃斯特哈齊這個姓氏，兩百多年後仍被記得（對應提案第 1 點：長期穩定資助＋場館養創新）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545113" y="1499616"/>
            <a:ext cx="3365107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sterhaza-hayd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977" y="1554480"/>
            <a:ext cx="3255379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ction-classical-concert.jpg"/>
          <p:cNvPicPr>
            <a:picLocks noChangeAspect="1"/>
          </p:cNvPicPr>
          <p:nvPr/>
        </p:nvPicPr>
        <p:blipFill>
          <a:blip r:embed="rId2"/>
          <a:srcRect l="25212" r="25212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第六樣：國家與企業的形象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音樂能替一個國家、一家企業，寫下難以複製的「氣質」——國力、觀光財、品牌形象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大衛《拿破崙加冕》：國家花錢，買一張形象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1804 年，拿破崙（Napoléon）下令委託畫家大衛（Jacques-Louis David）畫下加冕大典——一件國家級的形象工程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甲方改稿改得理直氣壯：缺席的母親被畫進最尊貴的包廂；教皇被要求從「旁觀」改成「舉手祝福」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報酬：大衛自估十萬法郎，最後實收六萬五——強勢甲方，兩百年前就這樣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出錢的拿破崙，買到的是一整個帝國的「國家形象」，永遠掛在羅浮宮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2095470"/>
            <a:ext cx="4757623" cy="303281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99184345206637997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150334"/>
            <a:ext cx="4647895" cy="29230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德拉克洛瓦《自由引導人民》：國家花三千法郎，買一份認同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1830 年七月革命後，法國政府以 3,000 法郎買下德拉克洛瓦（Delacroix）的《自由引導人民》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政治訊息太強，一度被收起；直到 1874 年才正式進羅浮宮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1978–1995 印上法國 100 法郎紙鈔——藝術變成全國人天天在用的國家識別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政府買畫、企業贊助，買的都是同一樣東西：認同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692411"/>
            <a:ext cx="4757623" cy="3838937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6251109459895096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47275"/>
            <a:ext cx="4647895" cy="37292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威爾第：用一首歌，凝聚一個國家（音樂＝國力）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十九世紀的義大利四分五裂、國勢衰弱；威爾第（Verdi）的歌劇讓全民因音樂而振奮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《那布果 Nabucco》裡的〈Va, pensiero〉（希伯來奴隸大合唱）成了統一運動（Risorgimento）的非官方國歌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民眾高喊「Viva VERDI」——表面是「威爾第萬歲」，其實是「義大利國王萬歲」的政治暗號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一段旋律，凝聚了一個還沒統一的國家——這就是音樂的國力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威爾第〈Va, pensiero〉——皇家歌劇院合唱團（Royal Opera Chorus，倫敦…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國力段代表曲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普契尼：作曲家替國家寫下觀光財（音樂＝國家形象）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普契尼（Puccini）的《蝴蝶夫人》讓日本長崎哥拉巴園成了「蝴蝶夫人之家」，一年近 200 萬訪客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《托斯卡》把羅馬的地標寫成歌劇朝聖點——一個地方的觀光財，常是作曲家替它寫出來的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音樂替一座城市寫下難以複製的氣質，然後這股氣質能一直收門票、一直帶客人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對品牌來說也一樣：對的音樂，能替你寫下一張讓人想靠近的名片</a:t>
            </a:r>
          </a:p>
        </p:txBody>
      </p:sp>
      <p:pic>
        <p:nvPicPr>
          <p:cNvPr id="5" name="Picture 4" descr="8uqPnY5hQDs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普契尼〈今夜無人入睡 Nessun dorma〉——Luciano Pavarotti（官方現場，…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國家形象段代表曲，普契尼歌劇的感染力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德布西：替法國寫下「浪漫」這張名片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想到法國，你會想到浪漫——這股印象，很大一部分是德布西（Debussy）替它寫的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《月光》《海》《牧神的午後》，把「法式浪漫」變成一種全世界都認得的氣質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一個國家的形象，可以由作曲家一筆一筆寫出來——而形象，就是最值錢的觀光與品牌資產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我們入場、散場流動的《月光》，正是這張名片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841894"/>
            <a:ext cx="4757623" cy="3539971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tion-impressionism-wa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96758"/>
            <a:ext cx="4647895" cy="34302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賓士借蕭邦，賣的是「身分」（音樂＝企業品牌）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頂級品牌用古典音樂烘托廣告：蕭邦（Chopin）那種貴族、優雅的氣質，讓人覺得「擁有這台車＝身分提升」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音樂替冷冰冰的產品鍍上一層「格調」，把功能訴求變成身分認同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這就是最日常的「去銅臭味」：同一台車，配上對的音樂，賣的就不只是引擎，是品味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我們就聽一首蕭邦，感受那種頂級品牌廣告最愛用的琴聲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蕭邦《夜曲 Op.9 No.2》——Seong-Jin Cho（趙成珍）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企業品牌段，感受「頂級品牌廣告愛用的貴族琴聲」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奇美：許文龍，台灣的梅迪奇（音樂＝企業品牌）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奇美（Chimei）許文龍做的是石化、電子——如果沒做接下來這件事，大家對奇美的印象，可能只是冷冰冰的塑膠與面板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他收藏了世界數量最多的名琴，蓋了奇美博物館——用藝術，把整家企業的形象往上升一級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這是台灣自己的梅迪奇：你不必在歐洲、不必是貴族，台灣的企業家一樣做得到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最貼近各位的示範——就在台南</a:t>
            </a:r>
          </a:p>
        </p:txBody>
      </p:sp>
      <p:pic>
        <p:nvPicPr>
          <p:cNvPr id="5" name="Picture 4" descr="plEnfABwsS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奇美博物館「製琴聖殿·名琴競演」提琴音樂饗宴——奇美博物館官方（連結待最終 oEmbed 查證；若…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企業品牌段，台灣本地「梅迪奇」用名琴的實證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奇美的高招：把價值連城的名琴，免費借出去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奇美最高明的一步：把史特拉底瓦里（Stradivari，史上最頂級的名琴品牌）等名琴，免費借給頂尖音樂家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從台灣之光曾宇謙，到國際大師馬友友（Yo-Yo Ma）——名家在世界舞台上拉的琴，掛著「奇美」的名字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一把琴出借，換來的是全球舞台上、源源不絕的品牌曝光與好感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這就是「以藝術養品牌」最聰明的槓桿：不必自己上台，讓大師替你發光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554480"/>
            <a:ext cx="4647895" cy="4114800"/>
          </a:xfrm>
          <a:prstGeom prst="roundRect">
            <a:avLst>
              <a:gd name="adj" fmla="val 4000"/>
            </a:avLst>
          </a:prstGeom>
          <a:solidFill>
            <a:srgbClr val="F6EFDD"/>
          </a:solidFill>
          <a:ln w="15875">
            <a:solidFill>
              <a:srgbClr val="D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78040" y="1554480"/>
            <a:ext cx="4099255" cy="4114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▦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圖片待補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奇美名琴與演奏家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台灣的贊助廠商：不只奇美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台灣早有一批企業在當「現代梅迪奇」——奇美只是最亮眼的一個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台積電文教基金會長年支持藝文與音樂教育；富邦、國泰的藝術基金會深耕當代藝術與展演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雲門舞集、各大樂團與藝術節背後，都站著一排企業贊助者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意涵：這不是遙遠的歐洲故事，而是台灣企業正在做、你也做得到的事（各案例細節待查證）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554480"/>
            <a:ext cx="4647895" cy="4114800"/>
          </a:xfrm>
          <a:prstGeom prst="roundRect">
            <a:avLst>
              <a:gd name="adj" fmla="val 4000"/>
            </a:avLst>
          </a:prstGeom>
          <a:solidFill>
            <a:srgbClr val="F6EFDD"/>
          </a:solidFill>
          <a:ln w="15875">
            <a:solidFill>
              <a:srgbClr val="D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78040" y="1554480"/>
            <a:ext cx="4099255" cy="4114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▦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圖片待補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台灣企業贊助藝文的意象／代表 logo 牆（注意授權）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esuvius-funicular.jpg"/>
          <p:cNvPicPr>
            <a:picLocks noChangeAspect="1"/>
          </p:cNvPicPr>
          <p:nvPr/>
        </p:nvPicPr>
        <p:blipFill>
          <a:blip r:embed="rId2"/>
          <a:srcRect l="18271" r="18271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第七樣，最硬的回報：實實在在的錢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前面講的都是形象與名聲；最後這個故事，是白花花的鈔票——一首歌，撐起一家百年公司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Funiculì：纜車公司花錢委創，一首宣傳歌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1880 年維蘇威火山纜車開通，卻碰上「大家怕火山、不敢坐」——一個經典的新產品滯銷難題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纜車公司的解方：花錢委託作曲家丹薩（Denza）寫一首宣傳歌《Funiculì, Funiculà》（「纜車上山、纜車下山」）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這是被許多人稱為「史上最早的廣告歌」之一——一開始就是為了賣一項產品而寫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出錢的是誰？纜車公司。他們要的不是藝術，是把「怕」變成「想去」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753632"/>
            <a:ext cx="4757623" cy="371649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suvius-funicul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08496"/>
            <a:ext cx="4647895" cy="36067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一首歌，把客人唱上山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效果炸裂：樂譜一年賣破百萬份，歌聲傳遍全歐洲，「去拿坡里坐纜車」變成整個歐洲的旅遊想像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一首三分鐘的歌，把大家的「怕」，唱成了「想去」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名氣兌現成生意：1888 旅行社龍頭湯瑪斯·庫克（Thomas Cook）把纜車編進國際行程，運量一路倍增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這條成長曲線的起點，就是纜車公司當年花錢委託的那一首歌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804869"/>
            <a:ext cx="4757623" cy="36140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suvius-funicular-cook-e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59733"/>
            <a:ext cx="4647895" cy="35042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維蘇威纜車：打不倒的百年行銷資產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1906 火山大噴發全毀 → 1909 就重建復駛；1911 山崩 → 1912 又開——因為那首歌帶來的名氣與客源，讓每次重建都算得過來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硬體會被天災淘汰；那首 1880 年的委創歌，到今天還在全世界替維蘇威、替拿坡里「免費帶客」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給企業家的啟示：產品有生命週期，一次到位的贊助內容，卻是跨世紀資產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一次委創，回報以百年計——這就是「投資美」最極致的複利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9764" y="1499616"/>
            <a:ext cx="4735806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5437887879968556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628" y="1554480"/>
            <a:ext cx="462607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企業的回報：贊助藝術，買到錢買不到的東西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9082735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品牌聲望與差異化 ← 像卡內基與拜羅伊特：把名字刻進文化史、打造非朝聖不可的聖地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客戶關係與高端形象 ← 像賓士、奇美：用藝術替品牌鍍格調，深化高價值客群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人才吸引與員工凝聚 ← 像埃斯特哈齊：長期養才＋場館養創新，凝聚內部認同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可量化的溢價 ← 藝文投資換成品牌溢價與實利（奇美形象、普契尼觀光客、纜車百年運量）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記憶金句：不是成本，是會增值的長期資產（稅務優惠依文化藝術相關法規評估，建議洽會計師）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企業家最適合聽的音樂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郭德堡變奏曲：規律、清澈——高壓中沉澱思緒、專注決策，也用來紓壓（今天的主打①）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貝多芬〈歡樂頌〉：凝聚人心、鼓舞士氣——尾牙、開工、團隊誓師的最佳配樂（主打②）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Funiculì, Funiculà：輕快好上口——炒熱氣氛、帶動全場（今天的壓軸帶動唱）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德布西《月光》：沉靜——獨處、沉澱、招待的背景音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用音樂管理情緒與場合，是領導者最低成本的軟實力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554480"/>
            <a:ext cx="4647895" cy="4114800"/>
          </a:xfrm>
          <a:prstGeom prst="roundRect">
            <a:avLst>
              <a:gd name="adj" fmla="val 4000"/>
            </a:avLst>
          </a:prstGeom>
          <a:solidFill>
            <a:srgbClr val="F6EFDD"/>
          </a:solidFill>
          <a:ln w="15875">
            <a:solidFill>
              <a:srgbClr val="D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78040" y="1554480"/>
            <a:ext cx="4099255" cy="4114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▦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圖片待補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8A6E4E"/>
                </a:solidFill>
                <a:latin typeface="Microsoft JhengHei"/>
                <a:ea typeface="Microsoft JhengHei"/>
                <a:cs typeface="Microsoft JhengHei"/>
              </a:rPr>
              <a:t>四首曲子對應「專注／凝聚／士氣／沉澱」的情境卡片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給企業的五點提案（一）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1 點 像埃斯特哈齊：長期穩定資助 ＋ 用場館養創新（給藝術家一個能安心研發的家）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2 點 像佛瑞的女伯爵：找一位對的藝術家，深度綁定、長期陪他成名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500322"/>
            <a:ext cx="4757623" cy="422311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posal-1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55186"/>
            <a:ext cx="4647895" cy="4113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給企業的五點提案（二）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3 點 像拜羅伊特、卡內基：把場館／音樂節做成 iconic 品牌、把名字冠上去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4 點 像纜車公司：委託一支「屬於你品牌」的作品／主題曲，讓它替你長期帶客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500322"/>
            <a:ext cx="4757623" cy="422311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posal-4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55186"/>
            <a:ext cx="4647895" cy="4113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給企業的五點提案（三）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5 點 像梅迪奇與《夜巡》公會：一個人、或一群人合資，當金主，換取聲望與差異化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三個記憶點：對等、可持續、共融——不是施捨，是對等合作；不是一次曝光，是可持續關係；不是高高在上，是共融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500322"/>
            <a:ext cx="4757623" cy="422311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posal-1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55186"/>
            <a:ext cx="4647895" cy="4113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54864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樂譜 · SCORE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當代委創（樂譜頁）：今天輪到你當金主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11535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ore-modern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662" y="2057400"/>
            <a:ext cx="5070369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6016752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從梅迪奇到你的品牌：委託一部新作品，就是把名字寫進未來的文化史　｜　現場示意：當代鋼琴新作片段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重點回顧：贊助，換到七樣東西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地位與權力（梅迪奇）／集體曝光（夜巡·你們公會）／不朽之名（貝多芬三貴族·佛瑞·郭德堡·梵谷）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聖地與冠名（拜羅伊特·卡內基·三得利·迪士尼）／人才與凝聚（埃斯特哈齊）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國家與品牌形象（拿破崙·威爾第·普契尼·賓士·奇美）／最硬的實利（Funiculì 纜車）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不論你的公司多大、多小，你都當得起這個金主——帶走這句話：你成就音樂，音樂也成就你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500322"/>
            <a:ext cx="4757623" cy="422311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ap-one-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55186"/>
            <a:ext cx="4647895" cy="4113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4572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行動呼籲：成為下一個梅迪奇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078992"/>
            <a:ext cx="9082735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你不必是國王、不必是鋼鐵大王——梅迪奇也可以是一個人，或一群合資的生意人</a:t>
            </a:r>
          </a:p>
        </p:txBody>
      </p:sp>
      <p:pic>
        <p:nvPicPr>
          <p:cNvPr id="5" name="Picture 4" descr="medici-camer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4052" y="1444752"/>
            <a:ext cx="4783589" cy="4572000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全場帶動唱：Funiculì, Funiculà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現在換各位親自當一次「內容的傳播者」——一起唱纜車公司那首一百四十年前的廣告歌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跟我唱副歌：「Jamme, jamme, 'ncoppa jamme jà!」（亞姆美、亞姆美，恩苦帕・亞姆美・亞！）＝「走吧走吧，一起上山去」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「Funiculì, funiculà!」（福尼庫利、福尼庫拉！）＝「纜車上山、纜車下山」的歡呼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唱法：講師領唱一次 → 全場跟唱兩次 → 第三次加拍手。不用唱準，只要唱開心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（伴唱／示範）Pavarotti《Funiculì, Funiculà》——官方音源（Offici…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壓軸帶動唱伴唱底、講師領唱示範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Q&amp;A 與延伸聆聽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歡迎提問：你的品牌，最像今天哪一位金主？想當梅迪奇、拜羅伊特，還是揪一群人合資的《夜巡》公會？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延伸聆聽：巴赫《郭德堡變奏曲》、貝多芬〈歡樂頌〉、丹薩《Funiculì, Funiculà》、佛瑞《帕凡舞曲》、威爾第〈Va, pensiero〉、德布西《月光》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值得朝聖的場館：卡內基音樂廳、拜羅伊特節慶劇院、東京三得利音樂廳、台南奇美博物館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德布西《月光 Clair de Lune》——Khatia Buniatishvili（散場墊樂）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Q&amp;A 與散場時輕放，呼應開場　｜　建議 00:00–05:00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100550492153701832.jpg"/>
          <p:cNvPicPr>
            <a:picLocks noChangeAspect="1"/>
          </p:cNvPicPr>
          <p:nvPr/>
        </p:nvPicPr>
        <p:blipFill>
          <a:blip r:embed="rId2"/>
          <a:srcRect t="3" b="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10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19" y="2286000"/>
            <a:ext cx="10180015" cy="2743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謝謝：願音樂，成就你的不朽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從梅迪奇到你——四百年，換的都是同一件事：出錢投資美，換到錢買不到的東西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你成就音樂，音樂也成就你——讓美與商業，互相成就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謝謝聆聽｜講師資訊與聯絡方式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