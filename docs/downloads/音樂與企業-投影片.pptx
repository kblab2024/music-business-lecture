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100 秒）現在，讓我們把眼光抬得高一些，看看音樂與一個國家，是如何互相成就的。十九世紀的義大利四分五裂、國勢衰微，還在外族的統治之下。就在這樣的日子裡，作曲家威爾第（Verdi）的歌劇，讓全民因音樂而重新振奮了起來。而這一切的起點，有一段動人的佳話。斯卡拉歌劇院（Teatro alla Scala）的經理梅雷利（Bartolomeo Merelli），手上有一部歌劇腳本，才被另一位作曲家退了回來；梅雷利卻認定，這部腳本非威爾第莫屬——據威爾第晚年憶述，經理先生把那疊稿紙，硬是塞回了他的口袋裡。一雙懂得的手，就這樣把一部傳世之作，送到了對的人面前。那部腳本，正是《那布果》（Nabucco）。這齣《那布果》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Merelli）：他在威爾第首作《奧貝托》（Oberto，1839）後一口氣簽下三部歌劇合約；索雷拉（Temistocle Solera）這部《那布果》腳本原先給了作曲家尼可萊（Otto Nicolai）而遭退回，梅雷利卻認定它屬於威爾第——據威爾第晚年憶述，威爾第本想把腳本退還，梅雷利硬是把稿紙塞回他的口袋、還把他請出了辦公室——就這樣催生了這齣戲（1842 年 3 月 9 日斯卡拉首演）。</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梅雷利（Bartolomeo Merelli，1794–1879）：時任斯卡拉歌劇院經理，慧眼簽下年輕的威爾第；《那布果》腳本先遭作曲家尼可萊（Otto Nicolai）退回，是梅雷利的堅持把它送回威爾第手裡——歌劇史上最著名的一次「知遇」（塞回口袋一節出自威爾第晚年自述，帶回憶性質）。</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52｜我們的知音：鄭明彰與《阮的詩歌．阮的愛》</a:t>
            </a:r>
          </a:p>
          <a:p/>
          <a:p>
            <a:r>
              <a:t>【講稿】（停留約 60 秒）說到當代委創，其實不必遠求——我們之中，已經有人先行。民國一百一十三年，本會的鄭明彰先生，成全了一場跨時代的音樂會——《阮的詩歌．阮的愛》。他委託作曲家，把霧峰林家詩人、與清水愛國詩人蔡惠如先生的詩，一首一首譜成了音樂——蔡惠如那闋《意難忘》，便由作曲家何立仁先生編腔創作——由台中市青青合唱團領銜，在霧峰林家花園與港區藝術中心，兩地演出。更動人的是——鄭先生不只成全了這場音樂會，他還親自登上舞台，獻唱蔡惠如先生的詩。成全音樂的人，自己也走進了音樂；他的名字，從此載入台文音樂史。各位請看，梅迪奇並不遙遠——他就在我們之中。</a:t>
            </a:r>
          </a:p>
          <a:p>
            <a:r>
              <a:t>【講義補充】</a:t>
            </a:r>
          </a:p>
          <a:p>
            <a:r>
              <a:t>- 《阮的詩歌．阮的愛》（Our Poetry Our Love）：民國 113 年（2024）由本會鄭明彰先生贊助促成的委創音樂會＝台中市青青合唱團年度音樂會，2024 年 10 月 13 日於台中市港區藝術中心演藝廳演出（另於霧峰林家花園演出一場）；上半場「海線藝術家風華」特邀作曲家何立仁為清水詩人蔡惠如《意難忘》編腔創作，下半場「一代醫人杜聰明」演唱霧峰林家詩人作品（港區藝術中心官方節目頁）。</a:t>
            </a:r>
          </a:p>
          <a:p>
            <a:r>
              <a:t>- 演出陣容（據官方節目頁）：台中市青青合唱團領銜，女高音廖淑玲、男高音張嘉煌、詩詞吟唱家鄭明彰、歷史文學導聆張上民，並邀大墩國樂團絲竹小組合演。</a:t>
            </a:r>
          </a:p>
          <a:p>
            <a:r>
              <a:t>- 這正是前一張「當代委創」的活例：一次委創，讓在地詩魂有了旋律，也讓成全它的名字，與作品一同進入台文音樂史。</a:t>
            </a:r>
          </a:p>
          <a:p>
            <a:r>
              <a:t>- 鄭明彰先生親自登台獻唱蔡惠如先生的詩——贊助者與藝術最深的共融，莫過於此。</a:t>
            </a:r>
          </a:p>
          <a:p>
            <a:r>
              <a:t>- 📖 蔡惠如（1881–1929）：台中清水出身的實業家與愛國詩人，日治時期台灣文化運動的先驅之一；其詩作經此次委創譜曲傳唱。</a:t>
            </a:r>
          </a:p>
          <a:p>
            <a:r>
              <a:t>- 📖 霧峰林家花園：霧峰林家的園邸（萊園），台灣文化史的重要舞台；此次音樂會演出場地之一。</a:t>
            </a:r>
          </a:p>
          <a:p>
            <a:r>
              <a:t>- 📖 台文音樂史：以台語（台文）創作、演唱之歌樂的傳承脈絡；委創新作與首演者之名，皆隨作品載入其中。</a:t>
            </a:r>
          </a:p>
          <a:p>
            <a:r>
              <a:t>- 演出影音（主辦方提供）：〈意難忘〉（蔡惠如詩・何立仁編腔）實況 https://www.youtube.com/watch?v=bgE1DyUAX_Q ；全場影音清單 https://www.youtube.com/playlist?list=PLz-cnPp2aC011Zb6zKcjj8xdnXEQZxw-R 。</a:t>
            </a:r>
          </a:p>
          <a:p>
            <a:r>
              <a:t>【影片操作】 本頁以海報為視覺，不設嵌入影片；如欲現場播放〈意難忘〉片段，開啟上列連結（播放前請先試片、確認網路）。</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分鐘，全場帶動唱）此刻，輪到各位親自開口——我們一同唱起那家纜車公司、一百四十年前的那首歌。別緊張，其實只需學會兩句。第一句：「Jamme, jamme, 'ncoppa jamme jà!」意思是「走吧走吧，一起上山去」——中文，我們就唱：「揚眉、揚眉、揚眉吐氣吧」。第二句更簡單：「Funiculì, funiculà!」——中文就唱：「福臨庫裡、福進庫啦」，唱著唱著，福氣便進了各位的門。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副歌歌詞：Jamme, jamme, 'ncoppa jamme jà!（走吧走吧，一起上山去）——中文唱「揚眉 揚眉 揚眉吐氣吧」／Funiculì, funiculà!（纜車上山、纜車下山）——中文唱「福臨庫裡 福進庫啦」。</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以 Pavarotti 版當示範與伴唱底：先放副歌段讓大家聽一次，帶動唱時音量壓低當伴奏。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56｜揚眉吐氣歌．簡譜（一）主歌上</a:t>
            </a:r>
          </a:p>
          <a:p/>
          <a:p>
            <a:r>
              <a:t>【講稿】（帶動唱進行中）主歌先由我來領唱；各位請看大字譜面，先聽一遍旋律——待會兒副歌，就輪到各位登場。</a:t>
            </a:r>
          </a:p>
          <a:p>
            <a:r>
              <a:t>【講義補充】</a:t>
            </a:r>
          </a:p>
          <a:p>
            <a:r>
              <a:t>- 簡譜投影片共四張（主歌上下、副歌、副歌再與結尾）；完整兩頁歌單（含四行歌詞與反覆記號）可於講座網站下載〈揚眉吐氣歌〉簡譜 PDF。</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57｜揚眉吐氣歌．簡譜（二）主歌下</a:t>
            </a:r>
          </a:p>
          <a:p/>
          <a:p>
            <a:r>
              <a:t>【講稿】（帶動唱進行中）主歌下半——「好運擋不住，漲得就像爐火越燒越旺」。聽我唱，也歡迎輕輕跟著哼。</a:t>
            </a:r>
          </a:p>
          <a:p>
            <a:r>
              <a:t>【講義補充】</a:t>
            </a:r>
          </a:p>
          <a:p>
            <a:r>
              <a:t>- 主歌共唱三遍、每遍歌詞不同；回主歌時照譜上「2.時／3.哎」接唱。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58｜揚眉吐氣歌．簡譜（三）副歌</a:t>
            </a:r>
          </a:p>
          <a:p/>
          <a:p>
            <a:r>
              <a:t>【講稿】（帶動唱進行中）副歌來了——「揚眉、揚眉、揚眉吐氣吧；福臨庫裡、福進庫啦」。我領唱一次、全場跟唱兩次、第三次請加上拍手！</a:t>
            </a:r>
          </a:p>
          <a:p>
            <a:r>
              <a:t>【講義補充】</a:t>
            </a:r>
          </a:p>
          <a:p>
            <a:r>
              <a:t>- 副歌中文與拿坡里原文對照；「揚眉吐氣」與「福進庫」正是這首歌要送給各位的祝福。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59｜揚眉吐氣歌．簡譜（四）副歌與結尾</a:t>
            </a:r>
          </a:p>
          <a:p/>
          <a:p>
            <a:r>
              <a:t>【講稿】（帶動唱進行中）副歌再來一遍——唱到反覆記號就回主歌；最後一遍走「3.」房，「福進庫——啦——」收在最高音，掌聲送給各位自己！</a:t>
            </a:r>
          </a:p>
          <a:p>
            <a:r>
              <a:t>【講義補充】</a:t>
            </a:r>
          </a:p>
          <a:p>
            <a:r>
              <a:t>- 反覆結構：一、二房回主歌接唱下一節；第三遍唱三房收尾，末音為高音 do 的長音。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60｜揚眉吐氣歌．歌詞（一）第一節</a:t>
            </a:r>
          </a:p>
          <a:p/>
          <a:p>
            <a:r>
              <a:t>【講稿】（帶動唱進行中）第一節，跟著大字報一起來——「哎喜事來，唷年年來，走大運」！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61｜揚眉吐氣歌．歌詞（二）副歌</a:t>
            </a:r>
          </a:p>
          <a:p/>
          <a:p>
            <a:r>
              <a:t>【講稿】（帶動唱進行中）副歌！「揚眉、揚眉、揚眉吐氣吧——福臨庫裡、福進庫啦」！</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62｜揚眉吐氣歌．歌詞（三）副歌再</a:t>
            </a:r>
          </a:p>
          <a:p/>
          <a:p>
            <a:r>
              <a:t>【講稿】（帶動唱進行中）再來一遍副歌，這一遍請加上拍手！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63｜揚眉吐氣歌．歌詞（四）第二節</a:t>
            </a:r>
          </a:p>
          <a:p/>
          <a:p>
            <a:r>
              <a:t>【講稿】（帶動唱進行中）第二節——「時來運轉唷，今年來走大運」！</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64｜揚眉吐氣歌．歌詞（五）副歌</a:t>
            </a:r>
          </a:p>
          <a:p/>
          <a:p>
            <a:r>
              <a:t>【講稿】（帶動唱進行中）副歌，聲音再開一點——福氣才進得來！</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65｜揚眉吐氣歌．歌詞（六）副歌收尾</a:t>
            </a:r>
          </a:p>
          <a:p/>
          <a:p>
            <a:r>
              <a:t>【講稿】（帶動唱進行中）最後一遍！「揚眉吐氣吧——福臨庫裡、福進庫啦」！唱得太好了，掌聲送給自己！</a:t>
            </a:r>
          </a:p>
          <a:p>
            <a:r>
              <a:t>【講義補充】</a:t>
            </a:r>
          </a:p>
          <a:p>
            <a:r>
              <a:t>- 歌詞大字報，供全場跟唱；完整簡譜見講義歌單或講座網站下載。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66｜Q&amp;A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67｜謝謝：願你與音樂，彼此成就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的聯絡方式就在螢幕上；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608672669017920718.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098757562354296834.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257763316422015764.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7493238475864968900.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斯卡拉歌劇院經理梅雷利（Merelli），把別人退回的腳本，塞回威爾第手裡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544552746200932008.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我們的知音：鄭明彰與《阮的詩歌．阮的愛》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民國113年，本會鄭明彰先生成全了一場跨時代的音樂會——《阮的詩歌．阮的愛》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委託作曲家（何立仁等），把霧峰林家詩人與清水愛國詩人蔡惠如的詩譜成音樂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台中市青青合唱團年度音樂會：霧峰林家花園與港區藝術中心演藝廳，兩地演出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鄭明彰先生更以詩詞吟唱家之姿親自登台，獻唱蔡惠如先生的詩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成全音樂的人，也走進了音樂——他的名字，已載入台文音樂史</a:t>
            </a:r>
          </a:p>
        </p:txBody>
      </p:sp>
      <p:sp>
        <p:nvSpPr>
          <p:cNvPr id="5" name="Rectangle 4"/>
          <p:cNvSpPr/>
          <p:nvPr/>
        </p:nvSpPr>
        <p:spPr>
          <a:xfrm>
            <a:off x="7841113" y="1499616"/>
            <a:ext cx="27731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an-shige-poster.jpg"/>
          <p:cNvPicPr>
            <a:picLocks noChangeAspect="1"/>
          </p:cNvPicPr>
          <p:nvPr/>
        </p:nvPicPr>
        <p:blipFill>
          <a:blip r:embed="rId2"/>
          <a:stretch>
            <a:fillRect/>
          </a:stretch>
        </p:blipFill>
        <p:spPr>
          <a:xfrm>
            <a:off x="7895977" y="1554480"/>
            <a:ext cx="26633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《阮的詩歌．阮的愛》音樂會海報（2024/10/13 台中市港區藝術中心演藝廳・台中市青青合唱團年度音樂會）</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jà!」——中文就唱：「揚眉 揚眉 揚眉吐氣吧」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funiculà!」——中文就唱：「福臨庫裡 福進庫啦」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jianpu-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1.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2.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3.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4.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5.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geci-slide-6.png"/>
          <p:cNvPicPr>
            <a:picLocks noChangeAspect="1"/>
          </p:cNvPicPr>
          <p:nvPr/>
        </p:nvPicPr>
        <p:blipFill>
          <a:blip r:embed="rId2"/>
          <a:srcRect l="1" r="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5877717990943956293.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