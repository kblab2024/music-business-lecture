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午安，也謝謝各位願意把這段時光交付給我。容我先說一句坦白話：今天，我無意教各位聽懂任何一個音符。我想與各位共聊的，其實是一件離各位並不遙遠的事——古今中外，那些既坐擁財富、又深諳藝術的人，是如何藉著出資贊助藝術，換得了一些財富無從直接買到的東西：地位、名聲、品牌，乃至實實在在的回報。各位方才步入場中，螢幕上這支廣告、耳畔這首曲子，便是這件事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當年出資的人、今日借用它的品牌，究竟各自換得了什麼？</a:t>
            </a:r>
          </a:p>
          <a:p>
            <a:r>
              <a:t>【講義補充】</a:t>
            </a:r>
          </a:p>
          <a:p>
            <a:r>
              <a:t>- 開場定調：本場約 90 分鐘主體（含影片觀賞），壓軸再帶全場一起唱《Funiculì, Funiculà》約 20 分鐘；全程站在「出資的藝術贊助者／贊助廠商」這一邊、講給企業家聽——不教各位聽懂音符，只談出資的人到底換到了什麼。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核心金句：你成就音樂，音樂也成就你——這句話的另一面，就是全片主軸：贊助廠商出資，換到七樣東西。</a:t>
            </a:r>
          </a:p>
          <a:p>
            <a:r>
              <a:t>- 「換到七樣東西」是本片替贊助回報整理出的清單；開場先點名其中最直觀的幾樣：地位、名聲、品牌形象，乃至實質財富（其餘於後段逐站展開，此處只依標題與講稿所言，不預先杜撰全部七項）。</a:t>
            </a:r>
          </a:p>
          <a:p>
            <a:r>
              <a:t>- 一句話總綱：這正是核心命題「你成就音樂，音樂也成就你」——音樂替出資者帶來名聲與影響力，出資者則替音樂買單；但本場的鏡頭始終對準藝術贊助者端。</a:t>
            </a:r>
          </a:p>
          <a:p>
            <a:r>
              <a:t>- 📖 贊助／庇護（patronage）：出資者長期供養藝術家、以換取聲望與影響力的制度；這個字在多數歐洲語言裡直接源自古羅馬富豪梅塞納斯之名（見下條），足見「贊助者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這些「藝文贊助者」一詞全以他為名——他就是「出資買下不朽名聲」的原型，也是本片全部論點的老祖宗。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年）：古羅馬抒情詩人，《頌歌》（Odes）前三卷即題獻給藝術贊助者梅塞納斯——這就是後段「題獻的力量」一站的兩千年前版本：作品掛上出資者的名字，讓贊助者跟著作品一起不朽。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Keyserlingk）委託、供其失眠夜聆聽而作（此委託故事屬傳說、細節待查證），無論真假，都是「權貴出資點播、作品因此傳世」的經典想像，恰好替本片的贊助主軸開場。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資請人寫歌替新設施造勢；歌曲一炮而紅、傳唱全球，形同替出資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容我把這個問題說得更透一些。今天，我們暫且擱下旋律是否悅耳，只一同思量一件事：出資的人，投入了這筆財富，究竟換得了什麼？倘若各位是經營者、是懷抱品牌一路打拚的人，那麼我要恭喜各位——你正在做的事，與三百年前佛羅倫斯那位出資養歌劇的銀行家、維也納那位供養樂團的親王，本質上原是同一件事。所別者，唯在他們把心意付予管風琴與歌劇，而各位付予代言與贊助罷了。</a:t>
            </a:r>
          </a:p>
          <a:p>
            <a:r>
              <a:t>【講義補充】</a:t>
            </a:r>
          </a:p>
          <a:p>
            <a:r>
              <a:t>- 本場視角：全程站在「出資的藝術贊助者」這一邊，看他們換到什麼。不談音樂家如何經營自己、也不談音樂產業怎麼獲利。</a:t>
            </a:r>
          </a:p>
          <a:p>
            <a:r>
              <a:t>- 這張是全場的「鉤子」：不評旋律好不好聽，只問一個生意人聽得懂的問題——「花這筆財富，到底換到了什麼？」後面五站（巴洛克、古典、浪漫、印象派、現代橋接）都在替企業家回答這一題。</a:t>
            </a:r>
          </a:p>
          <a:p>
            <a:r>
              <a:t>- 講稿點名的兩個古代藝術贊助者，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核心命題「你成就音樂，音樂也成就你」：企業出資養音樂，音樂回頭給企業那些用財富也買不到的東西——聲望、話題、王朝或品牌被後世記住的機會。這張只負責丟問題，答案留到後面五站。</a:t>
            </a:r>
          </a:p>
          <a:p>
            <a:r>
              <a:t>- 一句話對照：三百年前的親王把預算花在管風琴與歌劇上，今天的老闆花在代言與贊助上，動作不同，算盤一樣——都是用財富換「別人怎麼看我」。</a:t>
            </a:r>
          </a:p>
          <a:p>
            <a:r>
              <a:t>- 📖 贊助制（Patronage）：近代以前音樂家幾乎沒有「賣票給大眾」這條路，收入來自宮廷、貴族與教會的長期供養——藝術贊助者付薪水、給住所、出委託費，換取專屬創作、演出與門面。這套「贊助者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Tuscany），並出過兩位教宗、兩位法國王后。當時＝歐洲最有名的「用財富買文化影響力」的家族，資助對象橫跨達文西、米開朗基羅到後來的歌劇。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IV）的婚禮而委託創作。藝術贊助者要的不是「藝術突破」，而是一場全歐矚目的政治聯姻大秀。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約1597，樂譜多已佚失）與《尤麗狄斯》皆出自梅迪奇的贊助圈——它從第一天起就是「靠藝術贊助者養」的藝術。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記載約相當於今日一千四百萬英鎊，並印製十八本「節慶書」送往各國。藝術贊助者換到的是——全歐洲宮廷都在模仿、都在談論梅迪奇。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Haydn）一七六一年受聘為副樂長，一七六六年升任正樂長，長年替家族量身寫交響曲與歌劇。藝術贊助者買到的是——一支隨傳隨到、專屬創作的「自家樂團」，以及隨海頓聲名一起水漲船高的家族聲望。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Wikipedia，海頓的年薪從一七六六年約五百八十三弗羅林，一路調到一七七九年約一千弗羅林，親王另留給他一千弗羅林的退休金——可見一位藝術贊助者養一名頂級樂長是長期、可觀的固定支出。</a:t>
            </a:r>
          </a:p>
          <a:p>
            <a:r>
              <a:t>- 📖 埃斯特哈薩宮（Esterháza）：埃斯特哈齊家族在匈牙利興建的豪華宮殿，內有歌劇院與木偶劇場，被稱作「匈牙利的凡爾賽宮」（Hungarian Versailles）。當時＝藝術贊助者把文化贊助「蓋成建築」的極致展示櫃。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rights）：現代企業出資請名人背書、或把品牌冠在球場、賽事、廳堂上，換取曝光與好感。當時＝與梅迪奇印節慶書、埃斯特哈齊蓋宮殿養樂團同一套邏輯的當代版本。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各位其實只需帶走一句話便足夠，容我先道在前頭。古今中外，最有財富、最有影響力的人，都願意出資贊助音樂——這是為何？歸根究柢，是因為音樂能換得財富也買不到的東西。你我心裡都明白，徒有財富，未必換得到真正的敬重，有時反而惹來「暴發戶」這樣的品評；而藝術，正是那條最從容優雅的路，將「有財富」，緩緩升華為「有品味、有地位、令人由衷敬重」。更教人動容的是，它終究是值得的——贊助藝術從來不是花去便無的開銷，而是一筆會日益豐厚的資產，換回來的是地位、是聲望、是品牌，乃至實實在在的回報。而這份心意兩頭俱通：你出資成就了音樂，音樂亦回過頭來成就了你。這便是今天唯一的一句話：你成就音樂，音樂也成就你。</a:t>
            </a:r>
          </a:p>
          <a:p>
            <a:r>
              <a:t>【講義補充】</a:t>
            </a:r>
          </a:p>
          <a:p>
            <a:r>
              <a:t>- 這張是全場的「總命題」，一句話收束：「你成就音樂，音樂也成就你」；出資的藝術贊助者換到地位與聲望，音樂換到活下去的資源，兩頭都受益（呼應開場的核心命題）。</a:t>
            </a:r>
          </a:p>
          <a:p>
            <a:r>
              <a:t>- 核心心理：藝術替財富「洗格調、加值」，把「有財富」升級成「有品味、有教養、有地位、讓人打從心裡尊敬」；純粹的財富在社會眼中並不自帶尊敬，藝術則是把財富翻譯成敬意的轉換器。</a:t>
            </a:r>
          </a:p>
          <a:p>
            <a:r>
              <a:t>- 核心邏輯：對藝術贊助者而言，贊助不是「花掉就沒」的開銷，而是一筆會增值的資產；換回來的是地位、聲望、品牌信任與政治善意，這些正是「財富也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財富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財富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贊助制／庇護制（patronage）：由有財富有權者（贊助人）長期供養藝術家、包養其創作與生活，換取作品、名聲與門面的一整套制度；四百年間它從宮廷、教會的私人供養，逐步演化成企業贊助與品牌行銷。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年）：古羅馬皇帝奧古斯都（Augustus）的親信謀臣，用私產供養詩人維吉爾（Virgil）與賀拉斯（Horace），是史上最有名的「藝術贊助者」；他的名字後來直接變成歐洲各語言「藝術贊助者」的代名詞——法文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Class）提出的概念，指「買超出實際需要、目的是向別人展示財富與身分」的消費行為；贊助藝術是其中最高級、最不俗氣的一種——投入財富，卻花得像在做文化貢獻。</a:t>
            </a:r>
          </a:p>
          <a:p>
            <a:r>
              <a:t>- 📖 文化資本（cultural capital）：社會學家布赫迪厄（Pierre Bourdieu）提出，指知識、品味、教養這類「能換到社會地位」的無形資產，分為內化的（談吐品味）、物化的（收藏的藝術品、樂器）、制度化的（學位頭銜）三種；藝術贊助者贊助藝術，本質是把手上的經濟資本，換成社會更看重的文化資本。</a:t>
            </a:r>
          </a:p>
          <a:p>
            <a:r>
              <a:t>- 📖 軟實力（soft power）：政治學者約瑟夫·奈伊（Joseph Nye，1990 年提出）的概念，指不靠財富或武力強迫、而靠吸引力與好感讓人自願認同你的能力；贊助藝術是最古老的一種軟實力，讓贊助者不必開口，別人就先對他生出敬意。</a:t>
            </a:r>
          </a:p>
          <a:p>
            <a:r>
              <a:t>- 📖 暴發戶／新富（nouveau riche）：法文原意「新近致富的人」，帶貶義，指有財富但被認為缺乏教養與品味者；藝文贊助正是新富最常用來擺脫這個標籤、把自己抬進「有文化的上流」的手段。</a:t>
            </a:r>
          </a:p>
          <a:p>
            <a:r>
              <a:t>- 📖 銅臭（味）：形容一身市儈氣、汲汲重利的貶詞；典出《後漢書》，東漢崔烈斥資五百萬買下三公之一的司徒官位，其子直言旁人譏其「銅臭」——兩千年前就點破「光有財富也會被人看不起」，而這正是藝術能替藝術贊助者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財富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Haydn）；當時＝歐洲最有名的「音樂藝術贊助者」之一，靠養樂團、蓋歌劇院把家族聲望推上高峰。</a:t>
            </a:r>
          </a:p>
          <a:p>
            <a:r>
              <a:t>- 📖 宮廷樂長（Kapellmeister）：德文原意「樂隊／樂團的主管」，指受貴族或宮廷長期聘任、統籌作曲、指揮、排練與演出的最高音樂職位；海頓在埃斯特哈齊宮廷擔任的正是此職——對藝術贊助者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走之前，容我先把最要緊的一句話放在最前頭：最頂尖的企業，為何都願意贊助藝術？因為有些東西，唯有藝術換得到。其一，是社會聲望——藝術讓你名正言順地走進頂端的圈子，與菁英、政要同處一堂。其二，是文化資本——它把財富，靜靜升華為品味與高度，換來真正的敬重。其三，是不朽之名——你的名字，將被寫進文化史，被人傳誦數百年。此外，還有品牌的獨一無二，還有那份最珍貴的人脈。請各位記住這句話：贊助藝術，從來不是慈善，而是頂端最高級、也最有溫度的一種投資。接下來每一個故事，都會再一次陪各位印證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六大回報：社會聲望、文化資本、不朽之名、品牌差異化、影響力與人脈、認同與凝聚；這六項的共同點是「財富本身買不到、只有透過藝術才買得到」的無形資產，也是本片說服企業家出資的核心賣點。</a:t>
            </a:r>
          </a:p>
          <a:p>
            <a:r>
              <a:t>- 為什麼非藝術不可？因為財富本身可複製、可比較，多一個零和少一個零只是量的差別；藝術贊助能把「有財富」轉譯成「有品味、有高度、值得被尊敬」，是身分的升級，而不是單純的開銷。</a:t>
            </a:r>
          </a:p>
          <a:p>
            <a:r>
              <a:t>- 「贊助者」這個身分自古有名有姓：整套概念源自古羅馬的梅塞納斯（見名詞解釋），他把政治資本花在扶植詩人，換來自己的名字兩千年後仍是「藝文藝術贊助者」的同義詞——這正是「不朽之名」最古老的實例。</a:t>
            </a:r>
          </a:p>
          <a:p>
            <a:r>
              <a:t>- 不朽之名的運作方式：贊助者出資，作品替他留名。海頓的僱主埃斯特哈齊家族、文藝復興的梅迪奇家族，都因扶植藝術而把家族姓氏寫進了文化史，這是後面幾站會反覆出現的模式。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影響力與人脈：頂級藝術場合（沙龍、首演、包廂）是菁英與政要固定聚集的場子，出資贊助等於買下入場券與「主人」身分，能和決策圈同場、被引薦，這是四百年前財富難以直接買到的社交門檻。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Class）提出，指富人投入財富的目的不在實用，而在「被看見自己有能力這樣花」，藉以展示財富與地位；高調贊助藝術，是其中最體面、最不落俗套的一種形式。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quo，「以此換彼」），出資方明確期待品牌曝光、聲望或人脈的回報。本片刻意站在「贊助」而非「慈善」這一邊看整部音樂史。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便各位記憶，我把古今中外那些出資的藝術贊助者，歸整成他們換得的「七樣東西」，這便是我們今天要一同走過的地圖。第一樣，地位與權力——梅迪奇。第二樣，集體曝光——一群生意人合資，說的其實正是各位與各位的公會。第三樣，不朽之名——把名字，輕輕鐫入歷史。第四樣，聖地與冠名——一座以你為名的殿堂。第五樣，人才與凝聚。第六樣，國家與企業的形象——國力、觀光、品牌。第七樣，也是最實在的一樣，實實在在的回報——一首歌，撐起一家百年公司。接下來，我們便一樣一樣，從容看去。</a:t>
            </a:r>
          </a:p>
          <a:p>
            <a:r>
              <a:t>【講義補充】</a:t>
            </a:r>
          </a:p>
          <a:p>
            <a:r>
              <a:t>- 這張是「投資報酬率」地圖，不是音樂史地圖：同一個問題貫穿全場——出資的藝術贊助者，到底換到了什麼？把四百年來形形色色的贊助行為，收斂成七種可以帶回公司的「回報」，讓各位聽完能對號入座。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藝術贊助者，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rights，把品牌名掛上場館或作品）、長期品牌資產、人才招募與向心力、城市行銷與國家品牌、以及最實在的營收——全場主軸始終站在「出資的贊助者換到什麼」這一邊。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秒）我們先看第一樣，也是最古老、最直截的一樣——地位與權力。出資贊助藝術，能把「有財富」，靜靜化為「有地位、有話語權」。而這件事，放眼古今，沒有人比梅迪奇家族做得更為透徹。</a:t>
            </a:r>
          </a:p>
          <a:p>
            <a:r>
              <a:t>【講義補充】</a:t>
            </a:r>
          </a:p>
          <a:p>
            <a:r>
              <a:t>- 第一樣回報：地位與權力——出資贊助藝術，能把「有財富」直接兌換成「有地位、有話語權」；這是最古老、也最直接的一種回報。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理財富」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年開徵）以博取平民支持；他示範的範式是——用財富與人望統治，而不是用頭銜。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Patriae（祖國之父）稱號——這是古羅馬留給西塞羅那種「救國者」的榮銜，並刻上他在聖羅倫佐教堂的墓。財富，買到了一個原本只保留給救國英雄的頭銜。</a:t>
            </a:r>
          </a:p>
          <a:p>
            <a:r>
              <a:t>- 財富砸出了什麼（把家名刻進城市的策略）：資助布魯內雷斯基（Filippo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年家族絕嗣。財富→藝術→地位→王朝，這條路梅迪奇走得最完整。</a:t>
            </a:r>
          </a:p>
          <a:p>
            <a:r>
              <a:t>- 對企業的一句話：這套「用贊助把財富換成地位與話語權」的劇本，後世藝術贊助者（下一站的埃斯特哈齊親王等）全在模仿——這正是本場「你成就音樂，音樂也成就你」命題最古老、最教科書級的樣本。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7｜梅迪奇①：銀行家的遺憾——有財富，卻少了真正的尊重</a:t>
            </a:r>
          </a:p>
          <a:p/>
          <a:p>
            <a:r>
              <a:t>【講稿】（停留約 75 秒）故事，從一個姓氏說起——梅迪奇（Medici）。他們是十五世紀佛羅倫斯的銀行王朝，靠放款起家，生意做遍全歐，連教宗、國王都曾向他們借過財富。可這裡藏著一份各位必能體會的遺憾：有財富，或許換得到某些敬重；然而「有財富、又真正深諳藝術」的人，才換得到那種由衷的敬重。更何況在那個年代，放款收息還是一門不甚體面的生意——教會白紙黑字寫著，收息是一種罪，拉丁文喚作 usury。於是梅迪奇的處境是這樣的：財富，多到用之不竭；可那份「真正被敬重」的踏實，卻始終差著臨門一步。這份遺憾，其實也是今日許多走到成功之人，心底共有的那點缺憾——而梅迪奇接下來要做的，便是以藝術，一點一點地，將這份遺憾溫柔挽回。</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IX）的主要銀行家，這是當時歐洲最肥的一筆生意，靠這條線撐起家族近一個世紀的富貴。這裡藏著一個絕妙的反諷：教會嘴上譴責放貸，財富卻交給放貸的人管。</a:t>
            </a:r>
          </a:p>
          <a:p>
            <a:r>
              <a:t>- 據估計，梅迪奇一度是全歐洲最富有的家族（據 Wikipedia）；1434 年起，科西莫·德·梅迪奇（Cosimo de' Medici）更以「幕後藝術贊助者」之姿實質統治佛羅倫斯共和國，人前不稱王、人後說了算。</a:t>
            </a:r>
          </a:p>
          <a:p>
            <a:r>
              <a:t>- 這也是各位心裡一定懂的遺憾：放款收息在那個年代是「見不得光」的生意。教會把「借貸收息」定性為 usura（拉丁文，高利貸之罪），視同重罪；1139 年第二次拉特朗會議明文譴責高利貸「為神法與人法所不容」，但丁（Dante）更在《神曲》裡把放高利貸者打入地獄第七層。財富，因此買不到體面。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財富賺得再漂亮，良心與名聲的帳還是要還——這正是後面整個「贊助換名聲」故事的起點。相傳科西莫晚年為了「洗清放貸的罪」，去請教銀行的大客戶教宗尤金四世（Pope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財富，能換到某些尊重，卻換不到「真正的尊重」；後者要「有財富、又懂藝術」才拿得到。梅迪奇的遺憾——財富多到花不完，那份打從心裡的尊重卻還差一步——恰恰逼出接下來幾站的答案：把財富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年起實質統治佛羅倫斯，後代還出過教宗與法國王后，是「用財富買地位」最成功的家族範本。</a:t>
            </a:r>
          </a:p>
          <a:p>
            <a:r>
              <a:t>- 📖 喬凡尼·迪·比奇（Giovanni di Bicci de' Medici，約 1360–1429）：家族的開基祖，梅迪奇銀行創辦人，靠替教廷理財奠定財富根基，卻仍被視為「暴發戶」，替後代留下了「有財富缺地位」的原始課題。</a:t>
            </a:r>
          </a:p>
          <a:p>
            <a:r>
              <a:t>- 📖 科西莫·德·梅迪奇（Cosimo de' Medici，1389–1464）：喬凡尼之子、家族最會經營的掌門人，1434 年起以財富與人脈幕後掌控佛羅倫斯，死後獲贈「國父」（Pater Patriae）尊號，也是把「投入財富買名聲」玩到極致的第一代大贊助者。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usura）：中世紀教會把「借貸收息」視為罪，銀行家因此背負道德污名，形成「財富多、卻少了真正尊重」的遺憾；神學家的說法是「財富本身不會生育」，以財生財因而不義。</a:t>
            </a:r>
          </a:p>
          <a:p>
            <a:r>
              <a:t>- 📖 匯票（bill of exchange，拉丁文 cambium）：一種跨城、跨幣的付款憑證，商人可先在甲地出資、日後在乙地以另一種貨幣領款；因為名義上是「換匯」而不算放貸，成了規避高利貸禁令、把利息偷偷藏進匯率的合法工具。</a:t>
            </a:r>
          </a:p>
          <a:p>
            <a:r>
              <a:t>- 📖 羅馬教廷（Roman Curia）：教宗治理天主教會的中央行政與財務機構；替它管理財富是當時歐洲最穩、最賺的金融業務，也是梅迪奇銀行的命脈。</a:t>
            </a:r>
          </a:p>
          <a:p>
            <a:r>
              <a:t>- 📖 尤金四世（Pope Eugenius IV，在位 1431–1447）：梅迪奇銀行的大客戶兼教宗，據載他建議科西莫捐出財富修聖馬可修道院以贖罪，是藝術贊助者與教會之間「你出資、我赦罪」的經典交換案例。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1308–1320）：義大利文學經典長詩，把放高利貸者打入地獄第七層，反映當時社會對「以財生財」者的道德鄙夷，正是梅迪奇必須投入財富洗白的輿論背景。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8｜梅迪奇②：用藝術，把財富變成權力</a:t>
            </a:r>
          </a:p>
          <a:p/>
          <a:p>
            <a:r>
              <a:t>【講稿】（停留約 85 秒）那麼梅迪奇是如何挽回這份遺憾的？他們把賺來的財富，一車一車，慷慨地投入藝術。他們將十來歲的米開朗基羅（Michelangelo）接進自家花園悉心栽培，也出資贊助波提切利（Botticelli）畫下傳世名作。而這一手以藝術替家族「升華品味」，換回來的東西，大到連他們自己都未能料到——這個「放款的家族」，後來竟出了兩位羅馬教宗、兩位法國王后，成了實質統治佛羅倫斯、左右整個歐洲的核心。至於他們後來如何把家族嫁進歐洲王室、又如何順手催生了「歌劇」，接下來兩張投影片，我會分開細細道來。所以各位請看，梅迪奇印證了一件事：藝術，能把純粹的財富，化成統治歐洲的正當性。請各位先將「梅迪奇」這三個字放在心上——今天走到最後，我會誠心邀請在座的每一位，一同思量，如何成為下一個梅迪奇。</a:t>
            </a:r>
          </a:p>
          <a:p>
            <a:r>
              <a:t>【講義補充】</a:t>
            </a:r>
          </a:p>
          <a:p>
            <a:r>
              <a:t>- 一句話先記住：梅迪奇（Medici）示範了一件事——藝術能把「純粹的財富」洗成「有權力、有正當性」；這也是今天請每位企業家思考「怎麼成為下一個梅迪奇」的原型。</a:t>
            </a:r>
          </a:p>
          <a:p>
            <a:r>
              <a:t>- 財富從哪來（贊助者的本業）：這是一個「放款的家族」，靠銀行起家。1397 年喬凡尼·迪·比奇（Giovanni di Bicci de' Medici）在佛羅倫斯創辦梅迪奇銀行，最獲利的生意是替羅馬教廷管理財富；據載光是羅馬分行的教廷業務，就佔了全行約一半利潤——先有這台印鈔機，才有後面「一車一車砸進藝術」的資本。</a:t>
            </a:r>
          </a:p>
          <a:p>
            <a:r>
              <a:t>- 財富怎麼變權：1434 年老柯西莫（Cosimo de' Medici）掌家後，靠著國庫依賴梅迪奇信貸、各家族依賴梅迪奇貸款與人脈，加上操作選制，讓一個沒有正式王位的銀行家族，成為佛羅倫斯共和國實質的統治者——這正是講稿說的「把賺來的財富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贊助標的二：出資贊助波提切利（Sandro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回報大到自己都想不到：這個「放款的家族」，後來出了兩位羅馬教宗、兩位法國王后，把地方藝術贊助者升級成左右整個歐洲的權力核心——藝術這一手「洗格調」的投資報酬率，遠超本業放款。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1600–1610，之後為其子路易十三攝政）——用聯姻翻轉階級，把佛羅倫斯的商人家族，嫁進了法蘭西王室。</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與其他投影片的呼應：本張是「梅迪奇②」，承接前一張的「遺憾」，把答案收在「用藝術把財富變成權力」；也預告全片收尾——請在座每位認真想「成為下一個梅迪奇」。</a:t>
            </a:r>
          </a:p>
          <a:p>
            <a:r>
              <a:t>- 📖 梅迪奇家族（House of Medici / de' Medici）：發跡於佛羅倫斯的銀行世家，15–18 世紀是義大利乃至歐洲最有影響力的贊助者家族；當時＝靠替教廷管理財富致富、再用藝術贊助換取政治正當性的「藝術贊助者的原型」。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世紀起於義大利、重新發揚古希臘羅馬文化的藝術與思想運動；當時＝梅迪奇等富商用財富催化、並藉以提升門第的一波文化浪潮。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9｜梅迪奇③：把女兒嫁成王后，用財富翻轉階級</a:t>
            </a:r>
          </a:p>
          <a:p/>
          <a:p>
            <a:r>
              <a:t>【講稿】（停留約 55 秒）梅迪奇把「以藝術養出格調」這件事，走到了一個格外動人的地步——他們將家族的女兒，牽進了歐洲最高的王室。凱瑟琳·德·梅迪奇，1533 年下嫁後來的法王亨利二世，成了法國王后；六十餘年後，瑪麗·德·梅迪奇，1600 年再嫁法王亨利四世，又是一位法國王后。且與各位一同品味這件事：一個放款起家、連貴族血統都沒有的商賈家族，憑著藝術一點一滴累積起來的聲望與人脈，竟把自家的女兒，送上了法蘭西的王座。這一路，從財富，到格調，再到走進歷史最高的殿堂，走得艱難，也走得漂亮。</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聯姻的本質：用藝術與贊助累積的聲望作底氣，把佛羅倫斯的商業財富，翻轉成法蘭西王室的身分與長期影響力——這是「贊助換地位」故事裡最極致的一步。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 1600 年的那場婚禮，還為後世留下了一份誰也未曾料到的禮物。梅迪奇要辦一場讓全歐洲都轉頭來看的盛事，於是端出了當時最新鮮的一種表演——以歌唱從頭貫穿到尾，也就是我們今日所說的「歌劇」。這場婚禮上演的作品名為《尤麗狄切》，作曲家佩里親自登台，在佛羅倫斯的皮蒂宮首演。而其中有一件很美的事：它，被公認是現存最早的一部歌劇。也就是說，「歌劇」這一整門藝術，最早竟萌生於一場王室婚禮的心意。當年出資的人，念的不過是一場風光的盛事；至於藝術史被改寫，是這份成全，順手留給後人的餘澤。</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Bardi）出資召集的沙龍裡，為復興古希臘戲劇而實驗，直接催生了歌劇——又一個「由藝術贊助者買單的實驗室」。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見了贊助藝術一個很溫柔的附加價值——它其實是一種「社交貨幣」。當你贊助一場音樂會、辦一次藝文盛會，你便自然而然地，與城中最有分量的菁英、政要、名流，同處於一堂。而在那樣的場合裡，彼此所談的，不再是報價、折扣、你來我往的斡旋，而是品味、格調，是心中共同珍惜的東西。各位經營事業都懂，最難的往往不在把東西做好，而在「走進對的圈子」。而贊助藝術，正是其中最不著痕跡、也最有溫度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這套操作的精髓是「不著痕跡」：科西莫從不自封官職，表面維持共和體制，實際用財富與人情在幕後操盤，贊助教堂、圖書館、雕塑，讓全城菁英都欠他一份人情，這正是講稿說的「最不著痕跡的一張門票」。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Bourdieu，1930—2002）提出的概念，指教育、品味、藝術知識這類非財富卻能換到社會地位的資產；當時＝梅迪奇刻意把賺來的財富轉換成藝術收藏與贊助，變成一種更高級、更難被模仿的身分象徵。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品味共同體：講者用來形容一群人因為共享對藝術、美感與格調的認同而形成的圈子；當時＝梅迪奇的沙龍與音樂會，就是把有財有勢者用「共同的品味」黏在一起的場域，讓生意人得以「進對圈子」。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這樣的豪門，各位心裡或許會想：那是有財有勢的人在玩的，與我們何干呢？且慢下定論。第二樣回報，我想與各位分享的正是——你不必是梅迪奇。一群像各位這樣的朋友，一個公會，合資一樣能換到看得見的曝光。而有一幅畫，把這件事說得再清楚不過了。</a:t>
            </a:r>
          </a:p>
          <a:p>
            <a:r>
              <a:t>【講義補充】</a:t>
            </a:r>
          </a:p>
          <a:p>
            <a:r>
              <a:t>- 第二樣回報：集體曝光——不必獨力砸大筆財富，一群人合資，也買得到看得見、留得久的曝光。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Eeuw）玩到極致——當時荷蘭沒有法國那種王室宮廷，出資的是靠貿易致富的市民與商人公會，於是「合資買肖像」成了城市裡最風光的排場。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分級曝光（付越多、擺越前）：據民兵群像的慣例，隊員各自出資、各自擺姿勢，付得多的人被安排在畫面更前、光線更亮的位置，付得少的只在後排露個臉——這就是「分級冠名」最古老的版本。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呼應主軸：從《夜巡》到《布商公會理事》，畫的都不是神話或帝王，而是「誰出資、誰上鏡」；這正是今天聯名贊助、分級冠名、logo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13｜林布蘭《夜巡》：合資買曝光，出資越多版位越大</a:t>
            </a:r>
          </a:p>
          <a:p/>
          <a:p>
            <a:r>
              <a:t>【講稿】（停留約 80 秒）林布蘭（Rembrandt）的《夜巡》，1642 年。出資的不是國王、也不是教會，而是阿姆斯特丹一個「火槍手民兵公會」——說穿了，就是一群有實力的朋友組成的社團。這 16 位夥伴合資，請林布蘭替他們畫一幅團體像，平均每人出資約 100 盾（盾就是 guilder，當時荷蘭通行的貨幣）。而他們立下的規矩，既直接又公道：你出得越多，在畫面上的位置就越靠前、越被看見——這不正是我們今日所說的「贊助版位」嗎？誰付出得多，誰便立於正中央。且看，四百年過去，這 16 位本來平凡無奇的人，他們的臉，至今仍懸掛在阿姆斯特丹國家博物館的鎮館之寶上，每年幾百萬人專程遠道而來。當年的一點心意，換來的是四百年的被記得。</a:t>
            </a:r>
          </a:p>
          <a:p>
            <a:r>
              <a:t>【講義補充】</a:t>
            </a:r>
          </a:p>
          <a:p>
            <a:r>
              <a:t>- 《夜巡》創作於 1642 年,是荷蘭黃金時代(Dutch Golden Age)最著名的一幅團體肖像,示範了一個純粹的「付費買版位」模式:藝術贊助者不是國王、也不是教會,而是一群自掏腰包的阿姆斯特丹生意人,由他們共同出資請林布蘭作畫。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盾在當時是筆可觀的財富——據載一名熟練工匠年收入約 250–300 盾,而林布蘭本人在 1639 年買下自宅足足花了 13,000 盾;整筆約 1,600 盾的委託,對這群中產生意人是認真的集資,對頂級富商則談不上天價。</a:t>
            </a:r>
          </a:p>
          <a:p>
            <a:r>
              <a:t>- 藝術贊助者換到什麼:四百年後,這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出資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藝術贊助者,《夜巡》正是這股「市民藝術贊助者」浪潮的代表作。</a:t>
            </a:r>
          </a:p>
          <a:p>
            <a:r>
              <a:t>- 📖 林布蘭(Rembrandt van Rijn,1606–1669):荷蘭黃金時代最重要的畫家,以肖像與強烈明暗對照聞名;在這樁交易裡他是「接案的乙方」,真正的藝術贊助者是出資的那群民兵。</a:t>
            </a:r>
          </a:p>
          <a:p>
            <a:r>
              <a:t>- 📖 火槍手民兵公會(Kloveniers,火繩槍手／滑膛槍手隊):阿姆斯特丹市民民兵中以火槍為武器的一支,成員多為有產市民與商人;平時輪值守夜、看守城門,動亂或戰時才武裝上陣,是有財富有閒者的防務兼社交組織。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資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盾是相當可觀的合資,足見這群民兵藝術贊助者的財力。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意把這幅畫說給各位聽，是因為它所講的，其實正是我們自己。那個火槍手民兵公會，與今天各位參加的跨業交流會、公會，本質如出一轍——一群有心的朋友，湊在了一起。梅迪奇那樣的等級，或許一個人才玩得起；但《夜巡》悄悄告訴我們：一個人扛不起的贊助，一群人齊心便扛得起了，而曝光與名聲，也各按心意而分。所以我們不必獨自去當梅迪奇——邀上一群人，就能一同成全一件美事。且與各位一同想一想：倘若我們的公會，合資成全一場音樂會、委託一件作品，會被誰看見？又會被記得多久呢？</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這張的核心不是畫美不美，而是「財富怎麼出、名怎麼分」——《夜巡》是一件由一整支民兵連「合資」買下的贊助案，示範了「一個人出不起，一群人湊得起」的集體贊助模式。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集體合資贊助：門檻低、回報與出資成正比、人人可行；不必是梅迪奇那種等級的超級富豪，揪一群同等級的人，就能一起當藝術贊助者。</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「財富決定站位」：付得多的站前排、被打光、正面露臉；付得少的退到後排暗處。隊長柯克與副官范·勒伊滕堡出資最多，因此占畫面正中最亮的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年這幅畫被移到阿姆斯特丹市政廳，為了塞進兩根柱子之間，四邊被裁切，左側甚至有兩個人物就此永遠消失——提醒贊助者，出了財富也未必能永遠占著同一個好位置。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出資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為代表）致富、商人階級崛起的時期。當時＝新富商人願意投入財富買文化與名聲的黃金背景，集體贊助的風氣由此而生。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最珍愛的一樣——不朽之名。財富終有用盡的一天，一時的掌聲也會散去；然而，倘若你將名字，輕輕繫進一部會被傳唱數百年的作品裡，你便繫住了「不朽」。接下來這幾個故事，主角都是同一種人——因為當年那一份成全，名字被寫進了歷史。</a:t>
            </a:r>
          </a:p>
          <a:p>
            <a:r>
              <a:t>【講義補充】</a:t>
            </a:r>
          </a:p>
          <a:p>
            <a:r>
              <a:t>- 第三樣回報：不朽之名。財富會用盡、一時的名聲會過去，但把名字綁進一部會被傳唱數百年的作品，等於買下了「不朽」；本張之後連續幾則故事的主角，都是「因為出資，名字被寫進音樂史」的藝術贊助者。</a:t>
            </a:r>
          </a:p>
          <a:p>
            <a:r>
              <a:t>- 這一樣回報的技術核心是「題獻」：藝術贊助者付出年金、禮物或委創費，作曲家便在樂譜扉頁印上他的名字，作品每被演出、出版一次，贊助者的名字就再被念一次，數百年不墜。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題獻／獻詞（dedication）：作曲家在作品扉頁寫上某人姓名以表敬意或感謝的慣例；當時＝贊助者用財富或庇護換來的「署名權」，是把一次性花費變成永久留名的機制。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資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Rentenvertrag）：贊助的一種形式——不是一次買斷單一作品，而是每年固定付一筆財富「養住」作曲家，條件是他留在本地、持續創作；貝多芬這紙契約是史上最著名的一例。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Boulogne）的花園派對搬演成歌舞版——巴黎沙龍女主人就這樣用財富與人脈，把自己的名字寫進這首名曲。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16｜貝多芬與三位藝術贊助者：投入財富買下一個名字</a:t>
            </a:r>
          </a:p>
          <a:p/>
          <a:p>
            <a:r>
              <a:t>【講稿】（停留約 80 秒）1809 年的維也納，三位大貴族——金斯基（Kinsky）、洛布科維茨（Lobkowitz），還有魯道夫大公（Archduke Rudolph，「大公」即皇室的親王）——一同做了一個很有溫度的決定。他們聯手，每年固定獻上一筆「終身年金」，也就是許諾供養一位作曲家一輩子，白紙黑字只有一個條件：「請你留在維也納，莫讓旁人把你挖走。」且與各位一同看看這份成全，後來換回了什麼——他們付出的財富，換回的是一個「名字」。兩百年後的今日，世人只要一談起那部《第九號交響曲》，便會提起當年是這三位貴族出的財富。請各位記得——這不是施捨、不是慈善，而是一份簽下長約、彼此託付的成全。所以留給各位的第一句話是：真心的贊助，值得白紙黑字，也值得長長久久。此刻，就請各位聆聽今天第二首主打——貝多芬〈歡樂頌〉。</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Adieux）等。藝術贊助者同時是門生與最大品牌代言人。</a:t>
            </a:r>
          </a:p>
          <a:p>
            <a:r>
              <a:t>- 各家換到什麼——金斯基：三人中出資最多（1,800），卻在此之前查無藝術贊助紀錄；他以奧地利軍官身分，簽約後不久即出征對法作戰（據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誰扛住了：當另兩位藝術贊助者陷入困境，魯道夫提高自己的份額以維持貝多芬的收入——這正是聯合贊助裡「主辦的藝術贊助者／領投人」的角色，也是這筆投資最終沒有爛尾的原因。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III），並非這三位藝術贊助者；但正是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名詞解釋｜題獻（Dedication）：把作品正式獻給某位贊助者並印在樂譜扉頁；當時＝藝術贊助者用財富換取的「冠名權」與社會聲望，也是本場講座反覆出現的贊助對價核心。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17｜三位藝術贊助者的細帳：一紙終身合約，各買到什麼</a:t>
            </a:r>
          </a:p>
          <a:p/>
          <a:p>
            <a:r>
              <a:t>【講稿】（停留約 70 秒）讓我們把這份心意攤開來看，它其實遠比一本帳冊動人。故事的起點，是 1808 年——拿破崙的弟弟開出年薪，欲將貝多芬延攬去卡塞爾，擔任宮廷樂長。維也納這三位貴族，不忍這樣一位天才被人帶走，於是在翌年，1809 年，聯手簽下一紙終身年金，把他留在了身邊。這 4,000 弗洛林如何分攤？金斯基出得最厚，一千八；魯道夫大公一千五；洛布科維茨七百——這份心意，是三家一同承擔的。而他們各自換得了什麼呢？魯道夫大公，《皇帝》協奏曲、《大公三重奏》、《莊嚴彌撒》盡數題獻於他；洛布科維茨，《英雄》交響曲在他府中首演，也題獻於他。三個名字，就這樣一筆一筆，隨著貝多芬最偉大的作品，被後世一代一代地記在了心上。這，正是一份長情的贊助，最溫柔、也最悠長的回報。</a:t>
            </a:r>
          </a:p>
          <a:p>
            <a:r>
              <a:t>【講義補充】</a:t>
            </a:r>
          </a:p>
          <a:p>
            <a:r>
              <a:t>- 為什麼要出手搶人：1808 年秋，拿破崙之弟、西發里亞國王熱羅姆·波拿巴（Jérôme Bonaparte）以年薪 600 杜卡特金幣邀貝多芬赴卡塞爾（Kassel）任宮廷樂長；貝多芬刻意在維也納放話願意接受，逼出本地貴族的反制報價。</a:t>
            </a:r>
          </a:p>
          <a:p>
            <a:r>
              <a:t>- 三家分攤 4,000 弗洛林：金斯基年 1,800、魯道夫 1,500、洛布科維茨 700（三家相加恰為 4,000）——這是一筆聯合投資（syndicate），風險、成本與冠名光環由三家分擔（據 Classic FM／Beethoven-Haus）。</a:t>
            </a:r>
          </a:p>
          <a:p>
            <a:r>
              <a:t>- 洛布科維茨換到什麼：他自 1796 年起養私人樂團、府邸設音樂廳；《第三號交響曲「英雄」》1804 年在他府邸首演並題獻給他，該廳因此被稱「英雄廳」（Eroica-Saal），且他在作品公開前握有數月獨家使用權——先聽、先掛名，正是贊助者的隱形特權。</a:t>
            </a:r>
          </a:p>
          <a:p>
            <a:r>
              <a:t>- 魯道夫換到什麼：他是皇帝法蘭茲一世最年幼的弟弟、也是貝多芬「唯一的作曲學生」；題獻給他的作品比給任何人都多，包括《第五號鋼琴協奏曲「皇帝」》、《大公三重奏》（Op. 97）、《莊嚴彌撒》、《告別奏鳴曲》。藝術贊助者同時是門生與最大品牌代言人。</a:t>
            </a:r>
          </a:p>
          <a:p>
            <a:r>
              <a:t>- 給企業的一句話：好的贊助，就像一段好的關係——要用心、要長久、要白紙黑字地認真對待。你把一位值得的人長長久久地留在身邊，他也會用最好的作品，把你的名字一起帶進歷史。</a:t>
            </a:r>
          </a:p>
          <a:p>
            <a:r>
              <a:t>- 📖 弗洛林／杜卡特：弗洛林（又稱古爾登）是當時奧地利通行的銀幣，4,000 弗洛林足以養活一位頂級作曲家一整年；杜卡特是幣值更高的金幣，西發里亞開的 600 杜卡特是相當優渥的挖角行情。</a:t>
            </a:r>
          </a:p>
          <a:p>
            <a:r>
              <a:t>- 📖 魯道夫大公（Archduke Rudolph，1788–1831）：奧地利皇室成員、貝多芬唯一的作曲學生兼最大贊助人，後升任紅衣主教；出資最少卻獲題獻最多，是「贊助換冠名」報酬率最高的範例。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18｜這筆贊助的「兩百年複利」</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年終，幾萬人齊聚一堂合唱「第九」，已成一樁溫暖的歲末儀式；其中大阪那場「萬人第九」，直到今天，仍由企業冠名贊助。各位不妨想想：三位貴族兩百年前付出的那份心意，時至今日，還在年年替他們的名字迴響，還在替今日的企業牽起一場又一場的相聚。所以說到底，贊助最動人之處正在於此——你留下的，從來不是一次曝光，而是一個世紀、乃至兩個世紀的溫度。</a:t>
            </a:r>
          </a:p>
          <a:p>
            <a:r>
              <a:t>【講義補充】</a:t>
            </a:r>
          </a:p>
          <a:p>
            <a:r>
              <a:t>- 這張延續前一張「題獻／年金」的主軸：對藝術贊助者而言，贊助不是一次性花費，而是會「複利滾存」的品牌資產；三位貴族兩百年前的投資，至今仍在替他們的姓氏、以及現代冠名企業「配息」。</a:t>
            </a:r>
          </a:p>
          <a:p>
            <a:r>
              <a:t>- 三位藝術贊助者與金額（呼應講稿「三位貴族付的那筆財富」）：1809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這筆財富的來龍去脈是一場「搶人保衛戰」：1808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Bonaparte）以年薪六百杜卡特（ducat）延攬貝多芬赴卡塞爾（Kassel）任宮廷樂長；三位貴族為把他留在維也納，聯手開出終身年金，唯一附帶條件是「不得擅離奧地利」，等於用財富把頂尖創作者綁在本地。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屆均由三得利獨家協贊），活動全名即冠上品牌；企業出資，換到的是每年上萬人、全國轉播中反覆被口播的品牌名，這就是講稿說的「替現代企業創造冠名曝光」。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19｜郭德堡變奏曲：失眠伯爵的一筆私人委託</a:t>
            </a:r>
          </a:p>
          <a:p/>
          <a:p>
            <a:r>
              <a:t>【講稿】（停留約 85 秒）再陪各位認識一位藝術贊助者。有位俄國派駐薩克森的公使，凱瑟林克伯爵（Count Keyserlingk），長年為失眠所苦。他出資請巴赫寫一組溫柔動聽的鍵盤曲，讓身邊一位年輕樂師，於夜裡輕輕彈給他聽，好讓他能安穩入眠。這裡頭藏著兩件很美的事。其一，這是為一個人的一份需要，量身而寫的音樂——世上最貼心的禮物，不過如此。其二，出資的人換得了什麼？換得了一個「名字」。曲子明明出自巴赫之手，可兩百多年來，我們卻都親暱地喚它「郭德堡」——郭德堡（Goldberg），正是伯爵身邊那位樂師之名，因為這部作品，永遠地被人記住了。我也想順手贈予各位一份小禮物：這首曲子，當年正是為了「靜心、安眠」而生的，規律、澄澈、不擾人。所以我常說，它最宜各位——在忙亂的日子裡，以它替自己沉澱思緒，把心神好好安放。現在，就請各位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出資與掛名，份量自然不同。</a:t>
            </a:r>
          </a:p>
          <a:p>
            <a:r>
              <a:t>- 這筆私人委託之所以值得企業家細看，是因為藝術贊助者先前早已替巴赫「辦成一件大事」：1733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日巴赫才終於獲薩克森選帝侯兼波蘭國王腓特烈．奧古斯特二世（即奧古斯特三世）頒授「宮廷作曲家」（Hofcompositeur）名銜。藝術贊助者真正的價值，往往不在單筆訂單，而在替你打通關節。</a:t>
            </a:r>
          </a:p>
          <a:p>
            <a:r>
              <a:t>- 對照前面幾站的贊助模式——梅迪奇之於歌劇、埃斯特哈齊之於海頓——凱瑟林克示範的是「人脈型贊助」：出資只是一部分，替藝術家背書、引薦、向王室掛保證，才是更稀缺、更難買的資源。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藝術贊助者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年他頂多約十四歲：藝術贊助者投入財富養的一名家臣樂師，只因掛在這部作品上，名字被全世界記了兩百多年，這正是講稿第二個重點「出資的人買到什麼」的極端範例。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20｜郭德堡是誰？出資的是伯爵，留名的卻是樂師</a:t>
            </a:r>
          </a:p>
          <a:p/>
          <a:p>
            <a:r>
              <a:t>【講稿】（停留約 60 秒）這部作品的名字背後，其實藏著一則很有人情味的故事。出資的藝術贊助者，是俄國派駐薩克森的凱瑟林克伯爵，長年為失眠所苦。相傳他出資請巴赫寫一組溫柔的鍵盤曲，讓身邊一位年輕樂師，於夜裡彈給他聽、伴他入眠。可各位是否注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付出的人換得了什麼？有時候，連他身邊人的名字，都一同化作了不朽。</a:t>
            </a:r>
          </a:p>
          <a:p>
            <a:r>
              <a:t>【講義補充】</a:t>
            </a:r>
          </a:p>
          <a:p>
            <a:r>
              <a:t>- 藝術贊助者全名凱瑟林克伯爵（Count Hermann Carl von Keyserlingk，1697–1764），俄羅斯帝國派駐薩克森選帝侯宮廷（德勒斯登）的常任公使；長期定居、握有實權的外交大員，這樣的人願意出資與掛名，份量自然不同。</a:t>
            </a:r>
          </a:p>
          <a:p>
            <a:r>
              <a:t>- 曲名裡的「郭德堡」指約翰·哥特利布·郭德堡（Johann Gottlieb Goldberg，1727–1756），伯爵府裡供養的年輕鍵盤好手、巴赫的學生，1741 年他頂多約十四歲——藝術贊助者投入財富養的一名家臣樂師，只因掛在這部作品上，名字被全世界記了兩百多年。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藝術贊助者更深一層的價值：據載凱瑟林克曾替巴赫關說，促成他 1736 年獲薩克森選帝侯頒「宮廷作曲家」（Hofcompositeur）名銜——藝術贊助者真正的價值，往往不在單筆訂單，而在替你打通關節。</a:t>
            </a:r>
          </a:p>
          <a:p>
            <a:r>
              <a:t>- 📖 凱瑟林克伯爵（Count Keyserlingk）：俄國駐薩克森公使、巴赫的贊助者與引薦人；他出資委託卻未留名於曲名，正是「出資者買到什麼」最耐人尋味的一則。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21｜郭德堡的另一課：藝術贊助者真正的價值，是替你打通關節</a:t>
            </a:r>
          </a:p>
          <a:p/>
          <a:p>
            <a:r>
              <a:t>【講稿】（停留約 60 秒）郭德堡這個故事，還藏著一課，我特別想說給各位有前瞻性的企業家聽。這位凱瑟林克伯爵，給巴赫的其實遠不只是一筆訂單——他更難得的一手，是願意動用自己的人脈，替巴赫把關節一一打通。各位會發現，巴赫多年來一直渴望一個「宮廷作曲家」的頭銜，苦盼多年、卻屢屢碰壁；最終，正是靠這位伯爵從中斡旋，到 1736 年，才終於得償夙願。這件事的分量，各位一定懂：一紙王室認證的頭銜，讓巴赫在雇主面前，腰桿為之一挺——這是再豐厚的委託費也換不來的。所以說到底，一位頂級藝術贊助者最珍貴之處，往往不在他給的那筆財富，而在他願意替你背書、替你引薦、替你把前方的路，一步一步走通。</a:t>
            </a:r>
          </a:p>
          <a:p>
            <a:r>
              <a:t>【講義補充】</a:t>
            </a:r>
          </a:p>
          <a:p>
            <a:r>
              <a:t>- 藝術贊助者先前早已替巴赫「辦成一件大事」：1733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日巴赫才終於獲薩克森選帝侯兼波蘭國王腓特烈·奧古斯特二世頒授「宮廷作曲家」（Hofcompositeur）名銜。</a:t>
            </a:r>
          </a:p>
          <a:p>
            <a:r>
              <a:t>- 這個頭銜為什麼重要：它＝拿到王室背書的一紙「認證」，可抬高身價、壓制地方雇主（巴赫任職的萊比錫市議會）的刁難；巴赫求這個頭銜多年，最後靠凱瑟林克才到手。</a:t>
            </a:r>
          </a:p>
          <a:p>
            <a:r>
              <a:t>- 對照前面幾站的贊助模式——梅迪奇之於歌劇、埃斯特哈齊之於海頓——凱瑟林克示範的是「人脈型贊助」：出資只是一部分，替藝術家背書、引薦、向王室掛保證，才是更稀缺、更難買的資源。</a:t>
            </a:r>
          </a:p>
          <a:p>
            <a:r>
              <a:t>- 據福克爾（Forkel）記載，伯爵事後還回贈巴赫一只裝滿一百枚金路易（Louis d'or）的金杯（此金額出自單一來源、與委託故事同屬傳說範圍，宜當軼事看待）。</a:t>
            </a:r>
          </a:p>
          <a:p>
            <a:r>
              <a:t>- 給企業的一句話：挑藝術贊助者、找贊助，別只看他出多少，要看他能替你打開哪些門。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22｜葛雷夫勒女伯爵：出資的贊助者，被藝術寫成傳奇</a:t>
            </a:r>
          </a:p>
          <a:p/>
          <a:p>
            <a:r>
              <a:t>【講稿】（停留約 65 秒）先陪各位認識這位藝術贊助者本人——葛雷夫勒女伯爵。她是巴黎社交圈眾人心中的「女王」，以絕世的美貌與品味聞名；而她能如此慷慨的底氣，源於夫家——當時法國最富有的銀行世家之一。當佛瑞還只是個在困頓中掙扎的年輕作曲家時，是她，牽著他的手走進了巴黎最高的社交圈，讓他當上自己沙龍的音樂總監。佛瑞感念到何種地步呢？他逕自稱這位女伯爵，是自己的「巴伐利亞國王」——也就是我們方才提過、那位傾心供養華格納的路德維希二世。而她的溫暖與眼光，其實遠不只落在佛瑞一人身上：她將華格納正式引進法國、任俄羅斯芭蕾舞團的藝術贊助者、甚至資助居禮夫人的鐳研究。各位會發現，一位真正頂級的贊助者，那份影響力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贊助底氣來自夫家：丈夫亨利·葛雷夫勒伯爵（1848–1932）出身比利時銀行世家，據載是當時法國最富有的男子之一——是銀行家族的財富，撐起她替音樂家開路的能力。</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葛雷夫勒女伯爵：憑財富與社交地位「開門」的典型贊助者，決定哪些藝術家能進入巴黎上流圈、哪些作品能被演出被看見；普魯斯特以她為藍本，塑造出《追憶似水年華》的蓋爾芒特公爵夫人。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23｜佛瑞與女伯爵：贊助者，因藝術而不朽</a:t>
            </a:r>
          </a:p>
          <a:p/>
          <a:p>
            <a:r>
              <a:t>【講稿】（停留約 75 秒）不朽之名這一樣，也有一位女性藝術贊助者，示範得格外動人。法國作曲家佛瑞（Fauré）還年輕、還在掙扎之時，有位葛雷夫勒女伯爵（Comtesse Greffulhe），把他牽進了巴黎最高的社交圈。佛瑞最美的一首《帕凡舞曲》（Pavane），正是為她的沙龍而寫、題獻於她的。各位且看這其中的往來：女伯爵出資、給機會、給舞台；而佛瑞——還有後來把她寫進小說的大文豪普魯斯特——讓這位女伯爵的名字，永遠被後世記得。這便是贊助最美的回報：出資的人，因藝術，被世界溫柔地記住。財富終有耗盡的一日，可這樣的「不朽」，買不到、也奪不走。我們就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年成婚。換言之，是銀行家族的財富，撐起了她替音樂家開路的能力。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看清這筆交易的兩端：女伯爵付出的是財富、機會與舞台；她換到的，是被佛瑞題獻、又被大文豪普魯斯特（Marcel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最終的收支表：財富會用盡、莊園會易主，但佛瑞給了她音樂上的不朽、普魯斯特給了她文學上的不朽。同一位出資者，被兩種藝術牢牢記住——這就是「因藝術而不朽」的實例。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題獻（dedication）：在樂譜扉頁把作品「獻給」某人；當時＝作曲家回報藝術贊助者、攀附權貴或表達敬意的正式方式，被題獻者的名字因此與作品綁在一起、隨作品流傳後世。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Bavaria，1845–1886）：狂熱迷戀華格納、傾國庫供養其歌劇與拜羅伊特劇院的德意志君主，是音樂史上「散財藝術贊助者」的代名詞；佛瑞用他來比喻女伯爵，是把她抬到「華格納級藝術贊助者」的高度。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24｜普魯斯特讓她第二次不朽：小說裡的公爵夫人</a:t>
            </a:r>
          </a:p>
          <a:p/>
          <a:p>
            <a:r>
              <a:t>【講稿】（停留約 65 秒）我們回到那位葛雷夫勒女伯爵，把「贊助者因藝術而不朽」這件事，好好說到底。各位會發現，出資的贊助者，究竟能有多不朽？佛瑞以一首《帕凡》題獻於她，這是第一次；而大文豪普魯斯特，又以一整部小說，將她妥妥地封存起來，這是第二次。普魯斯特以她為藍本，寫出了《追憶似水年華》裡那位氣派的「蓋爾芒特公爵夫人」，讓她成了文學史上的經典人物。而且說到底，她從來不只是那個出資的人：1891 年，她在布洛涅森林的湖中小島設下一場夜宴，親手替《帕凡》添上了「看不見的合唱團」與舞者——各位看，藝術贊助者，也能是共同的創作者。財富會耗盡、莊園會易主；可被作曲家題獻、被小說封存的名字，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收支表：財富會用盡、莊園會易主，但佛瑞給了她音樂上的不朽、普魯斯特給了她文學上的不朽——這就是本站「贊助者因藝術而不朽」的極致。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25｜梵谷與西奧：一個人的長期贊助，養出一位大師</a:t>
            </a:r>
          </a:p>
          <a:p/>
          <a:p>
            <a:r>
              <a:t>【講稿】（停留約 70 秒）不朽之名的最後一則故事，格局最小，卻最教人動容。梵谷生前幾乎賣不出一幅畫，那他憑什麼撐了下來？憑的是弟弟西奧，一位巴黎畫商，從 1882 年起，一個月一個月地匯來財富，默默守著哥哥。最打動我的，是西奧親口說過的一句話：「我把給他的財富，視為他工作的報酬。」各位聽——不是施捨，是報酬。這正是今天我一直想與各位分享的那份對等。說到底，是一個人長年、不張揚的守候，成就了一位定義整個時代的大師。所以我想請各位放下一個成見：當藝術贊助者，未必要是豪門。梅迪奇可以是一整個銀行王朝，也可以，只是一個打從心底相信家人的弟弟。這句話，願各位一路記到今天最後。</a:t>
            </a:r>
          </a:p>
          <a:p>
            <a:r>
              <a:t>【講義補充】</a:t>
            </a:r>
          </a:p>
          <a:p>
            <a:r>
              <a:t>- 這一站刻意把鏡頭對準「藝術贊助者」西奧：一位巴黎畫商，用長期、穩定、按月的現金流，獨力孵出一位定義時代的大師——證明贊助的關鍵從來不是財力大小，而是「持續」與「對等」。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Gogh，1853–1890）的財富視為梵谷工作的報酬、是他掙來的；這正是本場一再強調的「對等」原則的最佳注腳。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26｜第四樣：聖地與冠名</a:t>
            </a:r>
          </a:p>
          <a:p/>
          <a:p>
            <a:r>
              <a:t>【講稿】（停留約 25 秒）我們來看第四樣回報，它最有氣派，卻也最有機會被各位親手複製——聖地與冠名。說得明白些，就是出資築起一座殿堂，把自己的名字，輕輕刻進一座城市的天際線裡。而這座殿堂會自行增值，會在你早已不在場的幾十年後，仍一日一日替你發聲。</a:t>
            </a:r>
          </a:p>
          <a:p>
            <a:r>
              <a:t>【講義補充】</a:t>
            </a:r>
          </a:p>
          <a:p>
            <a:r>
              <a:t>- 第四樣回報：聖地與冠名——用一筆財富蓋一座殿堂，把名字刻進一座城市的天際線；建築不會退休、不會跳槽，幾十年後仍每天替出資者說話，而且會自己增值。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藝術贊助者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藝術贊助者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27｜拜羅伊特：一位國王，傾注財富蓋一座「聖地」</a:t>
            </a:r>
          </a:p>
          <a:p/>
          <a:p>
            <a:r>
              <a:t>【講稿】（停留約 85 秒）這個故事，其實就是十九世紀版的「新創耗盡財富，遇上天使投資」。作曲家華格納心裡藏著一個近乎瘋狂的夢：為自己一齣長達 14 小時的歌劇，築一座專屬的劇院。這得花掉天文數字。而他何其有幸，遇上了那個對的人——1864 年，巴伐利亞國王路德維希二世，成了他近乎無上限的天使投資人（所謂天使投資人，就是在一樁事最早、最耗財、還無人敢下注的時候，就願意重金相挺的那位藝術贊助者）。國王出資，讓華格納親手築起拜羅伊特節慶劇院，連樂池都做成隱藏式、下沉的，只為讓觀眾全然沉浸。1876 年首屆音樂節，全歐洲的名流一同前來朝聖。他就這樣把德國一座原本默默無聞的小鎮拜羅伊特，化作了全球樂迷心中的麥加、此生非去一趟不可的聖地。這也正呼應我們待會兒要談的企業提案第 3 點：把一座場館、一場音樂節，慢慢養成一個 iconic 的品牌。</a:t>
            </a:r>
          </a:p>
          <a:p>
            <a:r>
              <a:t>【講義補充】</a:t>
            </a:r>
          </a:p>
          <a:p>
            <a:r>
              <a:t>- 這場「新創耗費財富×天使投資」的主角，是巴伐利亞國王路德維希二世（Ludwig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日兩人在慕尼黑王宮（Residenz）密談約一又四分之三小時，國王當場承諾替他清償鉅額債務、供養他、並包辦上演他所有計畫中的歌劇——史上「藝術贊助者一次見面就決定全投」的極致案例。</a:t>
            </a:r>
          </a:p>
          <a:p>
            <a:r>
              <a:t>- 這筆財富先救活了「產品」：靠國王出資，《崔斯坦與伊索德》（Tristan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藝術贊助者到底換到什麼？路德維希二世的名字從此與這座「聖地」永久綁定；他一生還傾注財富蓋了新天鵝堡（Schloss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在位），華格納最重要的贊助者；當時＝一位極度愛美、揮金如土的年輕君主，也是史上最接近「無上限天使投資人」的王室藝術贊助者。</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investor）：在一個案子最早、最耗費財富、風險最高、最沒人敢投的時候，就砸大筆財富進來的藝術贊助者，換取未來的巨大回報或影響力；路德維希二世對華格納正是這種角色。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28｜卡內基音樂廳：賣鋼鐵的財富，換一座以你為名的殿堂</a:t>
            </a:r>
          </a:p>
          <a:p/>
          <a:p>
            <a:r>
              <a:t>【講稿】（停留約 70 秒）把冠名場館這件事做到最經典的，是鋼鐵大王卡內基。1891 年，紐約的卡內基音樂廳落成，全額出資的正是他；而開幕那一夜，登台的，是大作曲家柴可夫斯基——那份氣派，一次到位。我們細細體味這件事：卡內基把賣鋼鐵一分一毫積起的財富，化作了一座以他為名的頂級殿堂。百餘年過去，「卡內基」三字，已等同全世界音樂家最嚮往、最想站上的舞台——一位表演者若能說出「我曾在卡內基演出」，那是一生無上的榮耀。這，便是冠名場館溫柔而長久的力量：你出過一次財富，這座殿堂便永遠掛著你的名字，一年一年替你發聲。</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請企業主體會這筆「開幕卡司」的算計：搬來當時歐洲最紅的作曲家柴可夫斯基坐鎮，等於用一線名人替新場館背書、一次把國際聲量拉滿；投入財富冠名之外，還懂得投入財富辦一場讓全城談論的開幕。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卡內基的財富從何而來，說穿了就是「把賣鋼鐵的巨富換成一座文化地標」：1901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傾注財富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Tuthill）：卡內基音樂廳的建築師，本身是業餘大提琴家、紐約神劇協會董事，設計出音響極佳的義大利文藝復興式廳堂。當時＝橫跨音樂與建築的內行人，讓藝術贊助者的財富花在對的聲學上。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序曲》的作者，開幕週應邀來美完成美國首演。當時＝歐洲最炙手可熱的活作曲家、開幕夜投入財富請來替新殿堂背書的最大招牌。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Society）：促成建廳的兩個駐廳音樂團體，正是它們的需求與人脈牽起了藝術贊助者卡內基。當時＝把出資的富豪與需要場館的音樂界撮合起來的推手。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29｜三得利音樂廳：威士忌企業的「音之寶石盒」</a:t>
            </a:r>
          </a:p>
          <a:p/>
          <a:p>
            <a:r>
              <a:t>【講稿】（停留約 55 秒）這個模式，亞洲的企業也做得典雅。1986 年，日本的三得利——一家釀威士忌的企業——在東京築起三得利音樂廳。指揮大師卡拉揚親口譽它為「音之寶石盒」。各位一同想想這件事：一家釀酒的公司，憑一座音樂廳，就把自己的品牌，和「頂級文化」永久繫在了一起。自那以後，人們聽見「三得利」，心頭浮現的便不只是一杯威士忌，還有那滿室世界一流的樂音。這，便是亞洲企業版的卡內基：以一座殿堂，替品牌鍍上一層文化的溫潤與光澤。</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DNA，從跨足啤酒到蓋音樂廳都是同一種賭性——企業願意把財富押在沒把握、但能長期加分的事情上，音樂廳就是最貴的一次「做做看」。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style）；企業出資、大師出品味，這種「藝術贊助者＋權威共同掛保證」的組合，正是贊助換到信任感的關鍵。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年出資興建）：三得利做的正是「亞洲企業版的卡內基」——用一座殿堂，替品牌鍍上文化的金身。從卡內基到三得利，跨越一個世紀、橫跨美日，藝術贊助者用場館換文化威望的公式一模一樣。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30｜迪士尼音樂廳：一筆捐款，一座城市地標</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企業出資築起一座殿堂，換得的，是把自己的名字，刻進一座城市的天際線與整段文化史——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Carnegie）出資興建並冠名——十九世紀「企業家出資、把姓氏變成文化品牌」的原型。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31｜第五樣：人才與凝聚</a:t>
            </a:r>
          </a:p>
          <a:p/>
          <a:p>
            <a:r>
              <a:t>【講稿】（停留約 25 秒）第五樣回報，內斂含蓄，卻對經營一家公司格外要緊——人才與凝聚。長年養一支團隊、築一座舞台，你換得的不只是體面，還有人才、研發，以及整個組織上下同心的那股向心力。這一樣，兩百多年前，有一位親王替我們示範得淋漓盡致。</a:t>
            </a:r>
          </a:p>
          <a:p>
            <a:r>
              <a:t>【講義補充】</a:t>
            </a:r>
          </a:p>
          <a:p>
            <a:r>
              <a:t>- 第五樣回報：人才與凝聚（向心力）。對出資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Wikipedia／Britannica，十八世紀匈牙利最富有、最有權勢的貴族世家之一，效忠哈布斯堡皇室、坐擁大片領地；當時＝以贊助建築、美術與音樂聞名的「超級藝術贊助者」，海頓即其支薪家臣。</a:t>
            </a:r>
          </a:p>
          <a:p>
            <a:r>
              <a:t>- 📖 樂長（Kapellmeister）：德文原意「樂隊的長」；當時＝統管一位貴族或教會全部音樂事務的宮廷樂團總監，身兼作曲家與人事主管，是受雇於藝術贊助者的高階「音樂員工」職位，而非自由接案的藝術家。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年之作；當時＝海頓替團隊向藝術贊助者「委婉陳情」的手段，也是後世傳頌的勞資對等佳話。此故事由海頓晚年口述給傳記作者狄斯（Dies）與格里辛格（Griesinger），親王反應等細節帶軼事性質（相傳）。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32｜埃斯特哈齊親王：投入財富養一座「私人研發中心」</a:t>
            </a:r>
          </a:p>
          <a:p/>
          <a:p>
            <a:r>
              <a:t>【講稿】（停留約 75 秒）匈牙利的埃斯特哈齊親王，正是一位把「養音樂」當作長期投資的貴族企業家。他築起一座莊園，人稱「匈牙利的凡爾賽」，其中歌劇院、劇場、音樂廳一應俱全——這無異於替自己築了一座私人的研發中心，同時又是一張待客的門面：撐排場、款待貴賓、凝聚起整座宮廷的聲望，盡在其中。他長年供養一整支樂團。耐人尋味的是，親王自己偏愛一種冷門的低音樂器，叫巴里頓琴（baryton，一種音色格外別致、也格外難拉的古樂器），樂團便得為它量身寫下上百首曲子——藝術贊助者的品味，其實悄然決定了研發的方向。那這筆投資，最後換得了什麼？「埃斯特哈齊」這個姓氏，直到兩百多年後的今日，我們仍在此地溫柔地提起它。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人。藝術贊助者給的不只薪水，還有「充足排練時間、足以挖角頂尖樂手的薪資水準、完整的藝術主導權」——這正是稍後提案第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年，職涯與藝術贊助者深度綁定。</a:t>
            </a:r>
          </a:p>
          <a:p>
            <a:r>
              <a:t>- 藝術贊助者品味＝研發方向（本張核心軼事）：親王本人熱愛冷門低音樂器巴里頓琴，1765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這筆財富買到什麼回報：不是短期收益，而是兩百多年後我們仍在唸的「埃斯特哈齊」這個姓氏，加上一整批傳世曲目——品牌永續與智慧財產的雙重報酬。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年一過世，繼位的兒子安東（Anton）立刻被迫撙節、解散大半樂團，偏僻的莊園也隨之閒置。提醒企業：贊助要「可持續」，光靠單一藝術贊助者的個人熱情，人走茶就涼。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33｜第六樣：國家與企業的形象</a:t>
            </a:r>
          </a:p>
          <a:p/>
          <a:p>
            <a:r>
              <a:t>【講稿】（停留約 30 秒）接下來這第六樣，是我們最放在心上的一樣——形象。音樂有一種奇妙的力量，能為一個國家、一家企業，寫下一種旁人怎麼學也學不來的氣質。這股氣質，可以是一個國家的凝聚力，可以是一方水土的觀光之利，也可以是一個品牌令人由衷想親近的質地。接下來這一段，就讓我從一個國家說起，一路陪各位走回你自己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站在出資的藝術贊助者這一邊看，形象是最划算的回報——別人可以抄產品、砍價格，卻抄不走你長年贊助音樂累積出來的「氣質資產」。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年成為商標，三芒星標誌象徵陸、海、空全面動力化。講稿借「賓士」當「讓人想靠近的質感」的代名詞——說明品牌形象一旦立住，就成了消費者願意多出資、也主動靠近的無形資產。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34｜大衛《拿破崙加冕》：國家投入財富，買一張形象</a:t>
            </a:r>
          </a:p>
          <a:p/>
          <a:p>
            <a:r>
              <a:t>【講稿】（停留約 70 秒）我們先看一個國家，是怎麼替自己留下一張臉的。1804 年，拿破崙（Napoléon）登基為帝，委託畫家大衛（Jacques-Louis David）繪下自己的加冕大典，還封他做「皇帝首席畫師」——這是一樁不折不扣的國家級形象工程。而這位出資的人，心裡清楚自己想留下什麼樣的畫面：他的母親因家族失和未能出席，卻被安置進正中央最尊貴的包廂；教皇原本畫得像個旁觀者，拿破崙親自到畫室看過之後，希望改成「舉手祝福」的姿態。至於報酬，大衛自估十萬法郎，最後實收六萬五——出資者與創作者之間那份分寸的往還，兩百年前便已存在。而正是這一筆國家委託，讓這幅畫永遠掛進了羅浮宮。拿破崙投入的這份財富，換回的，是一整個帝國被後世長久記住的模樣。</a:t>
            </a:r>
          </a:p>
          <a:p>
            <a:r>
              <a:t>【講義補充】</a:t>
            </a:r>
          </a:p>
          <a:p>
            <a:r>
              <a:t>- 這是「國家投入財富買形象」的教科書級案例：出資方是新生的法蘭西帝國與皇帝本人，買到的不只是一幅畫，而是一份可傳世的政權合法性視覺文件。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l'Empereur），等於把帝國美術宣傳的最高職位、獨占地位一併交出去——強勢藝術贊助者給的不只是財富，還有名分。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Versailles）。出資的皇帝，買到的是兩百年不下架的帝國形象。</a:t>
            </a:r>
          </a:p>
          <a:p>
            <a:r>
              <a:t>- 與本講其他站的呼應：這和梅迪奇（Medici）資助歌劇、埃斯特哈齊（Esterházy）供養海頓是同一套邏輯——藝術贊助者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甲方：中文商場口語，指「出資下訂單、握最終決定權的委託方／業主」；此處＝出資的拿破崙與國家，對照「乙方」＝執行的畫家大衛。</a:t>
            </a:r>
          </a:p>
          <a:p>
            <a:r>
              <a:t>- 📖 大衛（Jacques-Louis David，1748–1825）：法國新古典主義代表畫家，大革命與拿破崙時期的官方畫家；在本片視角下＝藝術贊助者指定的形象工程執行者。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35｜德拉克洛瓦《自由引導人民》：國家花三千法郎，買一份認同</a:t>
            </a:r>
          </a:p>
          <a:p/>
          <a:p>
            <a:r>
              <a:t>【講稿】（停留約 65 秒）國家替自己留下形象，還有另一種更動人的方式——換來一份「認同」。1830 年七月革命之後，法國政府以三千法郎，購藏了畫家德拉克洛瓦（Delacroix）的《自由引導人民》。這幅畫訴說的情感太過熾烈，掛上沒多久便被收了起來，直到 1874 年才正式走進羅浮宮。可它後來翻身了：它被印上法國一百法郎的紙鈔，全國人日日握在掌心裡過日子，漸漸就成了整個國家的共同記憶。政府購藏名畫也好、企業出資贊助也好，想換的其實是同一樣東西——認同。一幅畫、一段旋律，一旦與眾人的情感繫在一起，它的價值，就再也不是三千法郎所能衡量的了。</a:t>
            </a:r>
          </a:p>
          <a:p>
            <a:r>
              <a:t>【講義補充】</a:t>
            </a:r>
          </a:p>
          <a:p>
            <a:r>
              <a:t>- 這張延續上一張「國家買形象」的邏輯，換一個更高階的版本：政府採購藝術，買下的不是一塊畫布，而是把一段集體記憶收編成官方認同，德拉克洛瓦這幅畫正是「藝術贊助者用小財富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法郎買畫、企業出資贊助，買的其實是同一樣東西，就是「認同」；一旦作品綁上群眾情感，它的價值就再也不是當初那筆財富能衡量，這正是贊助長期累積出來的複利。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36｜威爾第：用一首歌，凝聚一個國家（音樂＝國力）</a:t>
            </a:r>
          </a:p>
          <a:p/>
          <a:p>
            <a:r>
              <a:t>【講稿】（停留約 75 秒）現在，讓我們把眼光抬得高一些，看看「國力」這件事。十九世紀的義大利四分五裂、國勢衰微，還在外國的統治之下。可就在這樣的日子裡，作曲家威爾第（Verdi）的歌劇，讓全民因音樂而重新振奮了起來。他的歌劇《那布果》（Nabucco）裡有一首〈Va, pensiero〉，唱的是一群被擄的奴隸，深深思念著自己的家園。這首歌，後來成了義大利統一運動（Risorgimento，義大利文「復興」之意）的非官方國歌。當時外國政府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給企業的一句話：威爾第的例子證明，好內容的最高報酬不只是票房，而是「被一整個民族當成自己的聲音」；這種品牌高度財富買不到，卻能靠押對內容換到。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37｜普契尼：作曲家替國家寫下觀光財（音樂＝國家形象）</a:t>
            </a:r>
          </a:p>
          <a:p/>
          <a:p>
            <a:r>
              <a:t>【講稿】（停留約 75 秒）這樣的形象，還能悄悄化作看得見的觀光之利。義大利作曲家普契尼（Puccini）的歌劇，就替一個個地方，帶來了實實在在的迴響。他的《蝴蝶夫人》故事發生在日本長崎，於是長崎的哥拉巴園，便因這齣歌劇成了「蝴蝶夫人之家」，化為景點，一年迎來將近兩百萬人專程造訪；他的《托斯卡》把羅馬的地標寫進了劇情，這些地標，就成了樂迷心中非去一趟不可的朝聖之地。一方水土的觀光之利，許多時候，是作曲家替它一筆一筆寫成的——音樂為一座城市寫下難以複製的氣質，而這股氣質，便長久替它迎迓著遠道而來的客人。這對各位的品牌，其實是同一個道理：覓得一首對的音樂，它就能替你寫下一張令人由衷想親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38｜德布西＋Chanel：法國浪漫，成了精品廣告的配方</a:t>
            </a:r>
          </a:p>
          <a:p/>
          <a:p>
            <a:r>
              <a:t>【講稿】（停留約 70 秒）再說一個各位一定會有共鳴的例子。我們一想到法國，心裡便浮起「浪漫」二字——可這份印象，究竟是從何而來的呢？有很大一部分，是作曲家德布西（Debussy）替它寫成的。他的《月光》《海》《牧神的午後》，把「法式浪漫」，化作了一種舉世都認得、都嚮往的氣質。一個國家的形象，是可以由一位作曲家，一筆一筆慢慢寫成的；而這份形象，正是最珍貴的觀光與品牌資產。更動人的是，這股氣質，一百多年後又被精品品牌輕輕借去了——各位今日進場時聽到的德布西《月光》，正是香奈兒 Chanel No.5 那支「史上最貴香水廣告」用的配樂：2004 年由 Baz Luhrmann 執導、Nicole Kidman 主演，造價約 3,300 萬美元。香奈兒賣的，並不是香水的成分，而是德布西替法國寫下的那份高雅。這，就是形象這份資產，最迷人、也最珍貴的地方。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財富正是形象資產的股息。</a:t>
            </a:r>
          </a:p>
          <a:p>
            <a:r>
              <a:t>- 精品直接借走這股形象：香奈兒 Chanel No.5《The Film》（2004，Baz Luhrmann 執導、Nicole Kidman 主演）用德布西《月光》當配樂，造價約 3,300 萬美元，是「史上最貴的香水廣告」。品牌花的財富不是買旋律，而是買德布西替法國累積一百多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39｜英國航空借〈花之二重唱〉，把機位變成精品（音樂＝企業品牌）</a:t>
            </a:r>
          </a:p>
          <a:p/>
          <a:p>
            <a:r>
              <a:t>【講稿】（停留約 80 秒）從國家，我們回到各位最放在心上的——你自己的品牌。頂級品牌都明白一件事：借一段古典音樂，便能替一件再實用不過的產品，鍍上一層格調，讓「功能」化為一種「身分」。最經典的例子，就是英國航空（British Airways）。他們 1989 年那支經典廣告《Face》，用的是法國作曲家德利伯（Léo Delibes）歌劇《拉克美》裡的〈花之二重唱〉。一段本來相當冷門的詠嘆調，被英航一用，就是三十五年——2019 年百週年之際，還特地把它重新編了曲。各位想想，這其實等於把「用心選對一首曲子」，化為一筆會增值的品牌資產，比許多硬體都還要耐久。而這樣的巧思，其實俯拾皆是：Stella Artois 用威爾第、De Beers 用 Jenkins、飛雅特用羅西尼。古典音樂，正是這樣一份最溫柔、也最省力的格調。我們就一同聽聽這段被英航珍惜了三十五年的旋律。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40｜奇美：許文龍，台灣的梅迪奇（音樂＝企業品牌）</a:t>
            </a:r>
          </a:p>
          <a:p/>
          <a:p>
            <a:r>
              <a:t>【講稿】（停留約 80 秒）看過了這麼多國際品牌，我特別想留一個台灣自己的例子給各位，而且是我心裡最鍾愛的一個——奇美（Chimei）。奇美的創辦人許文龍先生，做的是石化、電子這些聽來「冷硬、不太起眼」的生意。說句真心話，若他沒有走出接下來這一步，我們對奇美的印象，大概就只停在冷冰冰的塑膠與面板上了。可他做了什麼呢？他收藏了全世界數量最多的名琴，建起一座奇美博物館。於是今天我們一想到奇美，腦海裡浮現的，不再只有電視與塑膠，而是滿室溫潤的藝術氣息。這，就是台灣自己的梅迪奇——以藝術，把整家企業的形象，輕輕往上托了一級。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Wen-long）：奇美集團創辦人、藝術贊助人，台南農工化工科出身，自學拉小提琴，主張「獲利是追求幸福的手段」、「有財富沒文化叫土」，是本張所謂「台灣的梅迪奇」本尊。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41｜奇美的高招：把價值連城的名琴，免費借出去</a:t>
            </a:r>
          </a:p>
          <a:p/>
          <a:p>
            <a:r>
              <a:t>【講稿】（停留約 70 秒）奇美還有一著，我特別想與各位分享，因為它做得既高明、又有胸襟。他們沒有把這些名琴鎖進櫃中、供人遠遠瞻仰——而是將價值連城的史特拉底瓦里（Stradivari，史上最頂級的小提琴）名琴，無償借予頂尖的音樂家去演奏。從台灣之光曾宇謙，到國際大師馬友友（Yo-Yo Ma），這些名家在世界各大舞台上執起的那把琴，弦上繫著的，都是「奇美」之名。一琴出借，帶回來的，是全球最高規格的舞台上、一次又一次的品牌身影，與樂迷心底那一份對奇美的珍惜。這便是「以藝術養品牌」最雋永、也最高明的方式——你毋須親自站上舞台，而是讓世界級的大師，為你、也為這片土地發光。</a:t>
            </a:r>
          </a:p>
          <a:p>
            <a:r>
              <a:t>【講義補充】</a:t>
            </a:r>
          </a:p>
          <a:p>
            <a:r>
              <a:t>- 奇美免費出借名琴給頂尖音樂家（曾宇謙、馬友友等）——但真正的高招不在「買」而在「借」：不把琴鎖進恆溫櫃，而是送到年輕演奏家手上，讓琴替奇美上台。</a:t>
            </a:r>
          </a:p>
          <a:p>
            <a:r>
              <a:t>- 幕後藝術贊助者是奇美集團創辦人許文龍（Hsu Wen-lung）：1960 年創立奇美實業，把它做成全球最大的 ABS 樹脂廠、有「台灣壓克力之父」之稱，再把石化生意賺來的財富，砸進全世界規模最大的私人提琴收藏——這是一個「先有企業、才有收藏」的贊助故事。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對出資的一方，這是「以藝術養品牌」最省力的槓桿：一把不必自己上台的琴，換來世界級舞台上、由頂尖大師之手源源不絕的品牌曝光與好感度——企業不必親自演出，讓大師替你發光。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42｜台灣的贊助廠商：不只奇美</a:t>
            </a:r>
          </a:p>
          <a:p/>
          <a:p>
            <a:r>
              <a:t>【講稿】（停留約 65 秒）我特別想對在座台灣的各位，說一句心底話：這一切，其實一點也不遙遠。台灣早有一批企業，默默扮演著「現代的梅迪奇」，奇美，只是我們最熟悉的那一位。台積電的文教基金會，長年扶植著藝文與音樂教育；富邦藝術基金會，也深耕藝術推廣許多年了。再為各位添一個很動人的數字：僅是國泰金控贊助雲門舞集的免費戶外公演，便行之近三十年、累積超過兩百六十五萬人次入場——一家企業，就這樣將自己的名字，與「全民都能親近的藝術」，溫柔地繫在了一處。我說這些，是想讓各位安心：贊助藝術，從不是有財富有閒者的專利，而是台灣許多有心的企業，正在成就、各位也同樣做得到的事。今日散場之後，這件事，便可以悄悄放進各位的心上。</a:t>
            </a:r>
          </a:p>
          <a:p>
            <a:r>
              <a:t>【講義補充】</a:t>
            </a:r>
          </a:p>
          <a:p>
            <a:r>
              <a:t>- 核心視角：這一張把四百年前佛羅倫斯梅迪奇家族的角色，直接對照到今天的台灣——梅迪奇當年出資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財富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世紀統治佛羅倫斯的銀行與政治家族，是文藝復興最著名的藝術贊助者，出資扶植達文西、米開朗基羅等人；「現代的梅迪奇」即用來比喻今天出資養藝術、藉此留名的企業或富商。</a:t>
            </a:r>
          </a:p>
          <a:p>
            <a:r>
              <a:t>- 📖 許文龍：奇美集團（生產壓克力、ABS 塑膠與奇美電子等）創辦人，被稱「台灣壓克力之父」，白手起家後把大量財富投入醫療（奇美醫院）與藝術（奇美博物館），主張「有財富沒文化叫土」。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冠名贊助：贊助商把自己的名字放進活動或場館名稱（如「國泰雲門隨行吧」）以換取最大品牌曝光的贊助方式，是企業把「出資」直接轉成「留名」最直接的一招。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43｜第七樣，最硬的回報：實實在在的財富</a:t>
            </a:r>
          </a:p>
          <a:p/>
          <a:p>
            <a:r>
              <a:t>【講稿】（停留約 30 秒）前面，我們一同走過了六樣回報——地位、曝光、不朽、聖地、人才、形象。各位或許會想，這些聽來，都帶著幾分「虛」。那麼最後這第七樣，我想留給最踏實的一樣：實實在在的財富。且讓我以一個故事，讓各位親眼看見——出資成全一段音樂，竟能如此直接、如此扎實地，撐起一家企業整整一百年的生意。</a:t>
            </a:r>
          </a:p>
          <a:p>
            <a:r>
              <a:t>【講義補充】</a:t>
            </a:r>
          </a:p>
          <a:p>
            <a:r>
              <a:t>- 全片壓軸的第七樣回報是「實利」——最硬、最能量化的一項：贊助方掏一筆財富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44｜Funiculì：纜車公司投入財富委創，一首宣傳歌</a:t>
            </a:r>
          </a:p>
          <a:p/>
          <a:p>
            <a:r>
              <a:t>【講稿】（停留約 70 秒）1880 年，義大利拿坡里的維蘇威火山上，一條登山纜車落成、通車了。可纜車公司卻遇上一個，我相信在座每位經手過新產品的人都懂的煩惱：東西明明是好的，客人卻不敢用——人人畏懼火山，不敢乘坐。他們的解法，各位猜著了嗎？他們出資，委託作曲家丹薩（Denza）寫下一首宣傳歌，就名為《Funiculì, Funiculà》，歌名的意思，正是「纜車上山、纜車下山」。這首歌，後來常被譽為「史上最早的廣告歌」之一——它自第一日起，便不為藝術，而是為了替一項產品，好好說上幾句話。各位留意，出資的是誰？是纜車公司。他們心裡所想的，原非留名青史，而是極其單純的一件事：把客人的「畏」，一點一點，換成「嚮往」。</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真正的藝術贊助者與出手法：經營纜車的維蘇威纜車鐵道股份公司（法文原名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所載「一年內賣破百萬份」；歌名與旋律紅遍義大利與海外。等於纜車公司花一次委創（或首演推廣）的財富，換到跨國、跨世紀、至今仍在傳唱的品牌曝光。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資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給企業的一句提煉：好產品賣不動，缺的往往不是工程而是「一個讓人克服恐懼、願意嘗試」的記憶點；一百四十多年前的纜車公司，就已經懂得投入財富買一首歌來做這件事。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company、今日的股份有限公司；纜車經營方即以這種現代企業型態運作，才有資本與動機去投入財富做行銷。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45｜一首歌，把客人唱上山</a:t>
            </a:r>
          </a:p>
          <a:p/>
          <a:p>
            <a:r>
              <a:t>【講稿】（停留約 70 秒）這首委託而來的宣傳歌，成效好到什麼地步？樂譜一年之內便賣破一百萬份，歌聲傳遍全歐洲的沙龍與街巷，「去拿坡里、乘纜車上維蘇威」，成了整個歐洲人心底的旅遊夢。各位細想，何等奇妙：一首短短三分鐘的歌，竟把眾人心裡那份「畏」，一句一句，唱成了「嚮往」。而這份名氣，緊接著便真真化作了門前的客人：1888 年，旅行社的老祖宗、英國的湯瑪斯·庫克公司（Thomas Cook），將這條纜車編入了國際觀光行程，世界各地的旅人循著行程一路上山，運量一年勝過一年。各位會發現，這道漂亮的成長曲線，它的起點，正是纜車公司當年出資委託的那一首歌。這，便是我所說的第七樣、也最踏實的一樣回報——真真切切的客人，真真切切的收益。</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幕後藝術贊助者的來龍去脈：這條纜車最早由金融家歐布利耶特（Ernest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年他先墊付財富維持營運，1887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46｜維蘇威纜車：打不倒的百年行銷資產</a:t>
            </a:r>
          </a:p>
          <a:p/>
          <a:p>
            <a:r>
              <a:t>【講稿】（停留約 75 秒）這門生意日後的命運，其實歷經了一場，大概是商業史上最嚴酷的試煉。1906 年，維蘇威火山大噴發，車站、車廂盡數埋進二、三十公尺深的火山灰裡——照理說，故事至此該畫上句點了吧？可三年之後，1909 年，纜車重建、重新復駛；1911 年山崩再停，翌年 1912 年，它又通車了。為何一次又一次，人們都捨不得放手、都甘願再蓋一回？只因那首歌留下的名氣與源源的客源，讓每一次重建，都值得。硬體終究會被天災帶走——但那首 1880 年的委託之作，至今仍活在世界各地的電影、廣告、音樂會裡，默默為維蘇威、為拿坡里「免費引客」。所以，留給在座各位的，是一個很溫暖的提醒：產品會有老去的一日，但一件用心成就的贊助之作，卻能陪一家企業，一同跨越一個又一個世紀。一次委託，回報以百年計——追根究柢，這正是將財富投入美，最令人動容的一種複利。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Funiculà」四張的收尾，把鏡頭從「那首歌」拉回到「出資蓋纜車、又一次次出資重建的業主」身上：主角不是作曲家，而是這門生意的藝術贊助者與它百年不敗的行銷資產。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英國藝術贊助者接手把名氣做成金流：這門生意早年並不獲利，英國旅行社湯瑪士·庫克父子公司（Thomas Cook &amp; Son）的小庫克（John Mason Cook）1882 年首度搭乘，1886 年起先墊付財富救急，1887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年俄國作曲家林姆斯基-高沙可夫（Rimsky-Korsakov）也犯同樣的錯。委創內容不只免費帶客，還能反過來替藝術贊助者收版稅。</a:t>
            </a:r>
          </a:p>
          <a:p>
            <a:r>
              <a:t>- 到今天仍在免費帶客：Funiculì, Funiculà 至今活在全球電影、廣告、音樂會與教科書裡，等於替維蘇威、替拿坡里做了一百四十多年不用再出資的宣傳（該曲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委創（commission，委託創作）：出資者指定題目、出資請人量身創作作品的模式；當時＝藝術贊助者替一件產品或場館訂做專屬內容，本張的歌就是纜車業主委創的行銷資產。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47｜企業的回報：贊助藝術，買到財富也買不到的東西</a:t>
            </a:r>
          </a:p>
          <a:p/>
          <a:p>
            <a:r>
              <a:t>【講稿】（停留約 80 秒）行至此處，我們把這七樣回報，收攏成四個各位帶回董事會、人人都聽得懂的面向。其一，品牌的聲望與差異化——一如卡內基、一如拜羅伊特，將自己的名字，鐫入了文化史。其二，客戶關係與高端形象——一如賓士、一如奇美，以藝術為品牌添一分格調，也把最珍惜你的那群客人，好好留在身邊。其三，人才的延攬與員工的凝聚——一如埃斯特哈齊，長年養才、養一座場館，換回的是一份由衷的認同。其四，也是各位最掛心的，看得見的回饋——藝文的投入，終將化為品牌實實在在的份量與收益：奇美的形象、普契尼帶來的兩百萬觀光客、那條纜車百年的成長曲線，都是這般一點一滴累積而成的。所以，請各位把這句話放進心底：贊助藝術，從不是一筆成本，而是一筆會緩緩增值的長期資產。（順帶一提，文化藝術的贊助，在稅務上也可能有優惠，這一節，記得問問各位信任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年過世；他換到的，是把家族姓氏永久掛在世界最具聲望的舞台上——一種財富也買不到的品牌資產。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月撥款十萬塔勒（Thaler，當時德語區通行的銀幣單位）以信貸方式挹注，工程才得以加速、音樂節才辦得成——王室這筆財富，直接決定了一個文化品牌能否誕生。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藝術贊助者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核心金句（原封保留）：贊助藝術不是成本，而是一筆會增值的長期資產——建築掛名、名琴收藏、育才養團、觀光客流，都是「財富一次投入、聲望與實利長期回流」。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48｜企業家最適合聽的音樂</a:t>
            </a:r>
          </a:p>
          <a:p/>
          <a:p>
            <a:r>
              <a:t>【講稿】（停留約 60 秒）在正式向各位提案之前，我想先奉上一份很貼心的小清單——企業家最適合聆聽的四首音樂，按場合分列。其一，當各位需要專注、需要沉澱，壓力格外沉重的時候，聽今日的《郭德堡變奏曲》，它規律而清澈，能陪你將紛亂的思緒，緩緩沉澱下來。其二，尾牙、開工、團隊誓師，想凝聚人心、鼓舞士氣的時候，就放貝多芬的〈歡樂頌〉，我敢說，整個場子都會隨之暖起來。其三，想炒熱氣氛、帶動全場，就用我們今日的壓軸，那首輕快又順口的《Funiculì》。其四，一個人靜靜獨處、或是款待你看重的客人，需要一縷安靜而有品味的背景音，就放德布西的《月光》。各位會發現，學會以音樂陪伴自己的情緒、照拂不同的場合，其實是各位身為一位領導者，最不費力、也最動人的一項軟實力。</a:t>
            </a:r>
          </a:p>
          <a:p>
            <a:r>
              <a:t>【講義補充】</a:t>
            </a:r>
          </a:p>
          <a:p>
            <a:r>
              <a:t>- 這四首都是全片走過的贊助案例回訪——多數背後都連著贊助者、題獻對象或出資企業，選它們給企業家聽，等於把藝術贊助者當年換到的成果再用一次。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III），呼應「不朽之名」一站的題獻故事——把作品獻給有權有財富的贊助者，本身就是一樁交換。場合：尾牙、開工、團隊誓師，凝聚人心、鼓舞士氣。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Wikipedia）；這正是第七樣（實利）的主角，企業投入財富、音樂帶客。場合：炒熱氣氛、帶動全場。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49｜給企業的五點提案（一）</a:t>
            </a:r>
          </a:p>
          <a:p/>
          <a:p>
            <a:r>
              <a:t>【講稿】（停留約 60 秒）這許多故事說到這裡，各位心中想必已浮起一個問題：那麼今日的我們，究竟能從何做起？我把它凝成五點，這也是我最想珍重地留給各位的一段。第一點，如埃斯特哈齊——給一位藝術家長年而安穩的支持，再以一座場館，予他一個能安心創作的家。第二點，如佛瑞的女伯爵——不必將心力遍灑於百人；一旦遇見那位對的藝術家，便誠心相伴，陪他一路走到被世界看見。成就一個人，往往比廣布羅網更為動人，也更為長久。</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Diaghilev）俄羅斯芭蕾舞團的藝術贊助者——集中資源成就一個人，最後讓贊助者自己成了一個時代的文化座標。</a:t>
            </a:r>
          </a:p>
          <a:p>
            <a:r>
              <a:t>- 📖 宮廷樂長（Kapellmeister）：德語「樂隊隊長」，統籌一個宮廷所有音樂事務的最高職位；當時＝領主投入財富雇來的「音樂總監兼首席研發長」，海頓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Esterházy）：匈牙利最顯赫貴族之一的當家親王，1714–1790，愛樂成痴、揮金如土，人稱「輝煌者」；當時＝把整支宮廷樂團與歌劇院當私人配備、又願意長年供養作曲家的超級藝術贊助者。</a:t>
            </a:r>
          </a:p>
          <a:p>
            <a:r>
              <a:t>- 📖 埃斯特哈齊宮（Eszterháza）：親王 1760 年代在匈牙利平原上蓋的洛可可宮殿，內含歌劇院與木偶劇院，因排場而號稱「匈牙利的凡爾賽宮」；當時＝藝術贊助者砸重金造出的一座「藝術研發園區」。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世紀莊重緩步的宮廷舞；此曲題獻給葛雷菲勒女伯爵，等於把藝術贊助者的名字永久寫進樂譜扉頁，是「贊助換冠名」最典雅的範例。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為你的品牌委託一支真正屬於你的作品，或一首主題曲。這樣一支作品，會替你娓娓道來、長長久久地引客上門；一次用心的委創，回報是足以用百年來計算的。</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51｜給企業的五點提案（三）</a:t>
            </a:r>
          </a:p>
          <a:p/>
          <a:p>
            <a:r>
              <a:t>【講稿】（停留約 65 秒）第五點，我格外想說給在座諸位聽——如梅迪奇，卻也如《夜巡》中那群合資的生意人：一人可以成為藝術贊助者，眾人更可以。你我都不必獨力承擔，喚上你的公會、你的交流會，同心協力，換來的是聲望，也是他人學不來的與眾不同。最後，請將三個字帶回家，這是所有提案真正的靈魂：對等、可持續、共融。不是施捨，是並肩的合作；不是一時的曝光，是一段慢慢養成的長情；不是高踞其上，而是願與藝術家、與這片土地彼此靠近。做到這三個字，你付出的每一分心意，都將加倍地回到你身上。</a:t>
            </a:r>
          </a:p>
          <a:p>
            <a:r>
              <a:t>【講義補充】</a:t>
            </a:r>
          </a:p>
          <a:p>
            <a:r>
              <a:t>- 提案 5 的核心：當藝術贊助者，用贊助換聲望與差異化，而且「一個人來」或「揪公會、揪交流會集體合資」都行——把成本攤到每位成員身上，換到的是集體的名聲與能見度；兩個歷史範本一是個人／家族藝術贊助者的梅迪奇，二是集體合資藝術贊助者的《夜巡》民兵連。</a:t>
            </a:r>
          </a:p>
          <a:p>
            <a:r>
              <a:t>- 梅迪奇模式（個人藝術贊助者）：把銀行獲利回投文化，形成「經濟→文化→政治」的正向循環，用藝術贊助換來社會聲望與統治正當性、再回頭鞏固生意；此模式效率高到連對手都被迫模仿、擴散到全義大利（據 Palladium／Wikipedia）；梅迪奇也是本片巴洛克段落「歌劇藝術贊助者」的同一個家族，前後呼應。</a:t>
            </a:r>
          </a:p>
          <a:p>
            <a:r>
              <a:t>- 《夜巡》模式（集體藝術贊助者）：關鍵是沒有人獨扛、也不必獨扛——一群生意人合資把自己畫進同一幅傑作，讓「連隊」這個團體被四百年後的人記得；而且站得越前面、畫得越清楚的人付得越多（每人約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生意人結社，既維持治安、也一起吃飯應酬、集體出資彰顯身分——本質就是那個年代的「跨業交流會」，也正好呼應本片講給企業聽的合資當藝術贊助者。</a:t>
            </a:r>
          </a:p>
          <a:p>
            <a:r>
              <a:t>- 📖 荷蘭盾（guilder／gulden）：17 世紀荷蘭黃金時代的通用貨幣單位；當時＝阿姆斯特丹商人日常記帳的財富，一位民兵掏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投入，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52｜當代委創（樂譜頁）：今天輪到你當藝術贊助者</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委託一部屬於這個時代、也屬於你品牌的新作。或許三百年後，仍會有人記得——是你，在今日成全了它。</a:t>
            </a:r>
          </a:p>
          <a:p>
            <a:r>
              <a:t>【講義補充】</a:t>
            </a:r>
          </a:p>
          <a:p>
            <a:r>
              <a:t>- 這一頁樂譜刻意留白（佔位代號 d2-modern-piano）：它還沒被寫出來，因為委託它的藝術贊助者還沒出現——講者把「決定權」交回台下的企業家手上，全場的藝術贊助者故事到這裡收束成一句提案：你不必懂作曲，你只需要做一個決定、簽一張支票，剩下的交給作曲家。</a:t>
            </a:r>
          </a:p>
          <a:p>
            <a:r>
              <a:t>- 委創的本質是「把品牌名字寫進未來文化史」：出資的人買到的不是一場演出，而是一部會掛著他名字、自己流傳幾百年的作品；這是本張把四百年贊助史收攏到企業家眼前的核心賣點。</a:t>
            </a:r>
          </a:p>
          <a:p>
            <a:r>
              <a:t>- 三個藝術贊助者、三種回報——梅迪奇用一場婚慶換來「歌劇之城」的永久聲望、路德維希二世用金援換到一座以他情感為名的劇院神話、卡內基用一棟建築把姓氏刻進世界舞台；共同點是他們付的財富買到的都是一個名字，而不是一次消費。</a:t>
            </a:r>
          </a:p>
          <a:p>
            <a:r>
              <a:t>- 📖 委創（commission，委託創作）：指出資者出資請作曲家為特定場合或目的寫一部全新的原創作品，不是買現成樂譜，而是「從無到有」把作品叫出來；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53｜重點回顧：贊助，換到七樣東西</a:t>
            </a:r>
          </a:p>
          <a:p/>
          <a:p>
            <a:r>
              <a:t>【講稿】（停留約 60 秒）讓我們攜手，把今日的地圖再輕輕走過一遍。出資贊助藝術，你我能換到七樣東西：一、地位與權力，梅迪奇；二、集體曝光，《夜巡》裡那群公會的生意人，其實正是各位；三、不朽之名，貝多芬的三位貴族、佛瑞的女伯爵、郭德堡的伯爵，還有梵谷的弟弟；四、聖地與冠名，拜羅伊特、卡內基、三得利、迪士尼；五、人才與凝聚，埃斯特哈齊；六、國家與企業的形象，拿破崙、威爾第、普契尼、賓士、奇美；七、最實在的一樣，那家憑一首歌撐起百年的纜車公司。不論你的公司是大是小，你都當得起藝術贊助者這個名字。所以，請把今日唯一的這句話帶走：你成就音樂，音樂也成就你。</a:t>
            </a:r>
          </a:p>
          <a:p>
            <a:r>
              <a:t>【講義補充】</a:t>
            </a:r>
          </a:p>
          <a:p>
            <a:r>
              <a:t>- 這張是全片的「藝術贊助者資產負債表」——把四百年間出資者換到的東西收攏成七欄：地位與權力、集體曝光、不朽之名、聖地與冠名、人才與凝聚、國家與企業形象、最硬的實利；聽眾要帶走的不是音樂史，而是「贊助能換到什麼」這份對照表。</a:t>
            </a:r>
          </a:p>
          <a:p>
            <a:r>
              <a:t>- 七欄的代表藝術贊助者一次對位：地位＝梅迪奇（Medici，佛羅倫斯銀行世家）；曝光＝林布蘭（Rembrandt）《夜巡》裡合資入畫的阿姆斯特丹民兵連商紳（每人分攤畫費、據載出資多寡還影響在畫中位置，正是「集資也能當藝術贊助者」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保留原點：豪門（梅迪奇）與集體合資（《夜巡》公會）都可以是藝術贊助者，規模不是門檻——關鍵是願不願意出資對號入座。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1500／700／1800）年金，只求他別接受外地聘約、留在維也納；當時＝用「合資養人」把頂尖創作者留在城裡的機構型藝術贊助者。</a:t>
            </a:r>
          </a:p>
          <a:p>
            <a:r>
              <a:t>- 📖 西奧·梵谷（Theo van Gogh，1857–1891）：畫家文森·梵谷（Vincent van Gogh）的弟弟、巴黎畫商；他長年寄送財富、供顏料與畫布養哥哥作畫；當時＝以親情持續「包養」一位生前幾乎賣不出畫、事後才被證明眼光精準的創作者的私人藝術贊助者。</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Ma）、曾宇謙）；當時＝用「借琴」把企業形象與扶植人才綁在一起的在地藝術贊助者，最貼近在場聽眾。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收束句「你成就音樂，音樂也成就你」是這份對照表的結論：不論公司規模大小，只要肯出資，都能對號入座成為某一欄的藝術贊助者；此頁重點不在音樂多美，而在贊助這筆帳「划得來」。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合資的一群生意人，甚至，只是一位願意相信弟弟的哥哥。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資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傾注財富辦最時髦的娛樂。藝術贊助者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畫廊）按月寄送財富、供給顏料，養著畫家哥哥文森（Vincent），文森生前幾乎全靠這筆家用作畫。贊助不必轟轟烈烈，一份穩定的月供也算數。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分鐘，全場帶動唱）此刻，換各位親自做一回「內容的傳播者」——我們一同唱起那家纜車公司、一百四十年前的廣告歌。別緊張，其實只需學會兩句。第一句：「Jamme, jamme, 'ncoppa jamme jà!」（亞姆美、亞姆美，恩苦帕・亞姆美・亞！）意思是「走吧走吧，一起上山去」。第二句更簡單：「Funiculì, funiculà!」（福尼庫利、福尼庫拉！）便是「纜車上山、纜車下山」的那一聲歡呼。我先唱一遍給各位聽；接著我們全場一同來兩回；第三回，請各位加上拍手。不必唱準，唱得開心便好。（帶動唱進行，可反覆多輪、分組合唱、加拍手）……唱得真好！各位方才所唱的，是一支 1880 年的廣告。一份用心的贊助內容，一百四十年後，仍有滿滿一整個場子的人，願意替它免費傳唱——這，便是把美投注下去，最溫柔的複利。也是我今日最想贈予各位的一句話：你成就音樂，音樂也成就你。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日通車。藝術贊助者的痛點很現實——纜車蓋好了卻乏人問津，觀光客與那不勒斯人寧可騎驢、騎馬上山，覺得纜車又貴又危險；於是用一首朗朗上口的歌，把「搭纜車上山」包裝成浪漫時髦的事。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財富，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兩度被火山爆發掩埋摧毀、最終停駛走入歷史，公司沒了，歌卻活著；藝術贊助者買下的「硬體」歸零，買下的「內容」增值——這是給企業家最直白的資產對比。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Ricordi，即本片浪漫站「里柯第×威爾第」的同一家出版巨頭）發行，一年內賣破一百萬份——在沒有電台、唱片的年代，這是驚人的擴散，也讓贊助方的「廣告」自己就是一門獲利生意。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年曾埋掉龐貝城；當時＝纜車與這首歌共同的舞台，遊客投入財富就是為了上這座火山看火山口。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版稅（royalty）：使用他人受著作權保護的作品時，須按約定付給權利人的報酬；當時＝丹薩告贏史特勞斯後所收的，正是這筆財富，證明「一首廣告歌」是能持續生財富的資產。</a:t>
            </a:r>
          </a:p>
          <a:p>
            <a:r>
              <a:t>- 📖 湯瑪斯·庫克父子公司（Thomas Cook &amp; Son）：十九世紀英國最大的旅行社、近代團體旅遊的開創者；當時＝1888 年買下維蘇威纜車經營權、把它包進觀光行程的企業藝術贊助者，是「贊助方＋通路方」合體的教科書案例。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合資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藝術贊助者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pensiero〉、德布西《月光》）則各自對應片中一位藝術贊助者，帶回家細聽時不妨想想：是誰出的財富，才讓它得以存在。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57｜謝謝：願音樂，成就你的不朽</a:t>
            </a:r>
          </a:p>
          <a:p/>
          <a:p>
            <a:r>
              <a:t>【講稿】（停留約 40 秒）從梅迪奇到你——古往今來，你我所換的，原是同一件事：投注一份財富於美，換回那些財富也買不到的東西。願各位今日離席時，將這句話帶在身上：你成就音樂，音樂也成就你——願美與商業彼此成就，而非彼此消耗。謝謝各位今日，願意坐下來，聽我把這些故事一一說完。我的聯絡方式就在螢幕上；而我心底最深的盼望，是有朝一日能親耳聽見，那部由你委託、由你成就的新作。謝謝大家。</a:t>
            </a:r>
          </a:p>
          <a:p>
            <a:r>
              <a:t>【講義補充】</a:t>
            </a:r>
          </a:p>
          <a:p>
            <a:r>
              <a:t>- 收尾金句（保留）：你成就音樂，音樂也成就你；讓美與商業互相成就，而不是互相消耗。</a:t>
            </a:r>
          </a:p>
          <a:p>
            <a:r>
              <a:t>- 全片主軸回收：從梅迪奇（Medici）到今天在座的你，四百年來藝術贊助者掏的是一筆財富，換回的始終是同一樣——財富也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Cristofori）——今天全世界的鋼琴，源頭是一位藝術贊助者的家用樂器預算。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年獲三位維也納貴族合資的終身年金，唯一條件是「留在維也納作曲」；這些贊助者今天被記住，靠的正是他們出資成就的音樂。</a:t>
            </a:r>
          </a:p>
          <a:p>
            <a:r>
              <a:t>- 📖 委託／委創（commission）：贊助者出資請作曲家為特定場合或特定人「量身訂做」一部新作品；當時＝一手繳交財富、一手在樂譜扉頁署上出資者之名，等於買下一份會傳世的冠名權。這正是講師在收尾邀請在座企業家去做的事——成為某部新作的「第一位藝術贊助者」。</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古今中外，那些真正懂藝術的藝術贊助者，如何以藝術換得財富也買不到的東西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此刻各位眼前這支廣告、耳畔這曲《月光》，正是 Chanel No.5 那支「史上最貴香水廣告」所用的音樂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今天不談音符，只想陪各位思量一件事：出資的人，究竟換得了什麼？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各位這樣的品牌經營者，與三百年前出資養音樂的銀行家、親王，做的原是同一件事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今天不教各位聽音樂，只想陪各位思量一問：為何古今中外最有財富的人，都願意出資贊助音樂？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因為音樂能換得財富也買不到的東西：把「有財富」，化為「有品味、有地位、被人由衷敬重」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而它終究值得：這不是花去便無的開銷，而是會日益豐厚的資產——地位、聲望、品牌，與實實在在的回報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社會聲望：名正言順地走進頂端的文化圈，與菁英、政要並肩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文化資本：把財富，升華為品味與高度，贏得真正的敬重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不朽之名：讓你的名字被寫進文化史，被人傳誦數百年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影響力與人脈：成為藝文、媒體與各方交會的那個節點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歸根究柢：贊助藝術不是慈善，而是頂端最高級、也最有溫度的一種投資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接下來，我只想陪各位看一件事：古今中外，出資的藝術贊助者，究竟換得了什麼。一共七樣——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二、集體曝光（一群生意人合資，其實就是各位與各位的公會）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三、不朽之名（把名字，輕輕鐫入歷史）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五、人才與凝聚（既養才，也聚心）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七、最實在的一樣：實實在在的回報（一首歌，撐起一家百年公司）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出資贊助藝術，最古老、也最溫柔而有力的回報——把「有財富」，化為「有地位、有分量」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梅迪奇①：銀行家的遺憾——有財富，卻少了真正的尊重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有財富，或許換得到某些敬重；但「有財富又深諳藝術」的人，才換得到由衷的那種敬重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更何況當時放貸尚被教會視為一種罪（usury），令這份財富總少了幾分體面——這是梅迪奇的遺憾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這份遺憾，各位其實也懂；而梅迪奇接下來，便以藝術，一點一點將它挽回</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梅迪奇②：用藝術，把財富變成權力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他們的解法：把賺來的財富，慷慨投入藝術——將十來歲的米開朗基羅接進家中栽培、資助波提切利畫下傳世名作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波提切利《東方三博士的朝拜》裡，藏著一整排梅迪奇家族的面容：出資贊助，也把自己畫進了不朽的名畫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回報之大連他們自己都未能料到：這個「放款的家族」，後來出了兩位羅馬教宗、實質統治佛羅倫斯，成了左右歐洲的核心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歸根究柢，他們以藝術，把純粹的財富，化成了統治歐洲的正當性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梅迪奇③：把女兒嫁成王后，用財富翻轉階級</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格調既已累積，梅迪奇又邁出動人的一步——以聯姻，把家族牽進歐洲最高的王室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年再嫁法王亨利四世，又一位法國王后，日後更為幼子攝政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一個放款起家、不帶貴族血統的家族，憑藝術與聯姻，從商賈之家一路走進歐洲最高的殿堂</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年那場婚禮，端出了當時最新的一種藝術——後世稱之為「歌劇」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婚禮上演的《尤麗狄切》（Euridice）由作曲家佩里（Jacopo Peri）譜曲並親自登台，於佛羅倫斯皮蒂宮首演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它被視為現存最早的一部歌劇——「歌劇」這門藝術，竟誕生於一場王室婚禮的贊助之中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當年出資的人，念的不過是一場全歐矚目的盛事；藝術史上的突破，是這份心意留下的餘澤</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贊助藝術，讓你自然而然地與菁英、政要、名流同處一堂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一場音樂會、一次贊助，換來的是別處尋不著的緣分與話題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彼此談的不再是報價與折扣，而是品味、格調，與共同珍惜的價值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這是最溫柔、也最高明的一種「走進圈子」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你不必是梅迪奇。一群像各位這樣的朋友、一個公會，合資也能換到看得見的曝光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林布蘭《夜巡》：合資買曝光，出資越多版位越大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出資的不是國王、不是教會——是阿姆斯特丹一個「民兵公會」，16 位夥伴合資，平均每人約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規矩直接而公道：你出得越多，畫面上的位置就越顯眼——最早、也最透明的「贊助版位」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位平凡人的臉，仍懸於鎮館之寶上，每年幾百萬人專程來看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誰付出得多，誰的名字便更顯眼、誰就立於正中央——這份人情，四百年不曾更改</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744175468223223127.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火槍手民兵公會，說穿了就是一群朋友組成的社團——與今天的跨業交流會、公會如出一轍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一個人扛不起的贊助，一群人齊心便扛得起；曝光與名聲，各按心意而分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你不必獨自去當梅迪奇——邀上一群人，就能一同成全一件美事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且想一想：倘若我們的公會，合資成全一場音樂會、一件作品，會被誰看見，又會被記得多久？</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財富會用盡，一時的名聲會過去；但將名字繫進一部傳世之作，你便繫住了「不朽」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貝多芬與三位藝術贊助者：投入財富買下一個名字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Rudolph）——聯手每年獻上一筆終身年金，長期供養一位作曲家，條件只有一個：「留在維也納」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他們付出的財富，換回的是一個「名字」：兩百年後，世人談起那部《第九號交響曲》，便會談起當年是誰成全了它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這不是施捨、也不是慈善，而是一份簽下長約、彼此託付的成全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三位藝術贊助者的細帳：一紙終身合約，各買到什麼</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這其實是一場「捨不得放人」的故事：1808 年拿破崙之弟開出年薪，欲將貝多芬延攬去卡塞爾，維也納三位貴族不忍割愛，聯手以「終身年金」把他留了下來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三家分攤年 4,000 弗洛林：金斯基出得最厚（1,800）、魯道夫大公（1,500）、洛布科維茨（700）——這份心意，三家一同承擔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於是三個名字，各自被鐫進了作品：魯道夫大公→《皇帝》協奏曲、《大公三重奏》、《莊嚴彌撒》皆題獻於他；洛布科維茨→《英雄》交響曲在其府邸首演，並題獻於他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就這樣，三個名字隨著貝多芬最偉大的作品，被一代一代的人記著——這是一份長情，最溫柔的回報</a:t>
            </a:r>
          </a:p>
        </p:txBody>
      </p:sp>
      <p:sp>
        <p:nvSpPr>
          <p:cNvPr id="5" name="Rectangle 4"/>
          <p:cNvSpPr/>
          <p:nvPr/>
        </p:nvSpPr>
        <p:spPr>
          <a:xfrm>
            <a:off x="7760508" y="14996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554480"/>
            <a:ext cx="282459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年成為歐盟盟歌——一段旋律，唱進了整個歐洲的心裡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在日本，年終幾萬人齊唱「第九」，是溫暖的全民儀式；大阪的「萬人第九」，至今仍由企業冠名贊助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三位貴族兩百年前付出的那份心意，時至今日，仍年年替他們的名字迴響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這正是贊助最動人之處：你留下的，不是一次曝光，而是一個世紀、乃至兩個世紀的溫度</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飽受失眠所苦的俄國公使凱瑟林克伯爵（Count Keyserlingk），出資向巴赫訂了一組能安撫長夜的鍵盤曲——為一個人的需要，量身而寫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而出資的人，換得的是一個「名字」：曲子是巴赫所寫，兩百多年來我們卻都親暱地喚它「郭德堡」（伯爵身邊那位樂師之名）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也悄悄贈予各位一份禮物：這首「為靜心而生」的音樂，規律、澄澈——最宜在忙亂之中，替自己沉澱思緒、安放心神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一筆私人的託付，換來三百年的相伴——這是今日的主打聆聽①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郭德堡是誰？出資的是伯爵，留名的卻是樂師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出資的藝術贊助者是凱瑟林克伯爵（Count Keyserlingk）——俄國駐薩克森的公使、長年失眠；相傳他託巴赫寫一組能安眠的鍵盤曲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然而這部作品，最終卻以「郭德堡」為名——那是伯爵府中一位約十四歲的年輕鍵盤手、巴赫的學生，於夜裡靜靜彈給他聽</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於是最動人的一幕發生了：出資的伯爵未曾留名，反倒是他身邊那位樂師，因這部作品被世界記了兩百多年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（這段委託故事出自福克爾 1802 年的巴赫傳、屬「相傳」；首版扉頁其實並無任何題獻）</a:t>
            </a:r>
          </a:p>
        </p:txBody>
      </p:sp>
      <p:sp>
        <p:nvSpPr>
          <p:cNvPr id="5" name="Rectangle 4"/>
          <p:cNvSpPr/>
          <p:nvPr/>
        </p:nvSpPr>
        <p:spPr>
          <a:xfrm>
            <a:off x="7677873" y="14996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554480"/>
            <a:ext cx="2989859"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郭德堡的另一課：藝術贊助者真正的價值，是替你打通關節</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凱瑟林克伯爵給巴赫的，其實不只是一筆訂單——他更以自己的人脈，替巴赫打通了關節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巴赫渴望「宮廷作曲家」這個頭銜多年、屢屢碰壁；正是靠這位伯爵從中斡旋，1736 年才終於得償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一紙王室認證的頭銜，讓巴赫的身價與底氣為之一新——這是單筆委託費怎麼也換不來的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這給我們一課：頂級藝術贊助者最珍貴之處，往往不在那筆財富，而在他願意替你背書、替你引薦、替你把路走通</a:t>
            </a:r>
          </a:p>
        </p:txBody>
      </p:sp>
      <p:sp>
        <p:nvSpPr>
          <p:cNvPr id="5" name="Rectangle 4"/>
          <p:cNvSpPr/>
          <p:nvPr/>
        </p:nvSpPr>
        <p:spPr>
          <a:xfrm>
            <a:off x="7865745" y="14996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554480"/>
            <a:ext cx="261411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年初版扉頁——這位藝術贊助者替巴赫換到的，遠不只一部作品</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葛雷夫勒女伯爵：出資的贊助者，被藝術寫成傳奇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Greffulhe）牽著他走進巴黎最高的社交圈，讓他當上自己沙龍的音樂總監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她是巴黎社交圈眾人心中的「女王」，而這份底氣，源於夫家——當時法國最富有的銀行世家之一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佛瑞感念地稱她是自己的「巴伐利亞國王」——正是那位傾心供養華格納的路德維希二世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她的溫暖與眼光遍及各處：將華格納引進法國、任狄亞吉列夫俄羅斯芭蕾的藝術贊助者，甚至資助居禮夫人的鐳研究</a:t>
            </a:r>
          </a:p>
        </p:txBody>
      </p:sp>
      <p:sp>
        <p:nvSpPr>
          <p:cNvPr id="5" name="Rectangle 4"/>
          <p:cNvSpPr/>
          <p:nvPr/>
        </p:nvSpPr>
        <p:spPr>
          <a:xfrm>
            <a:off x="8085975" y="14996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554480"/>
            <a:ext cx="217365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Greffulhe）在佛瑞（Fauré）還沒沒無聞時，把他牽進了巴黎最高的社交圈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佛瑞最美的《帕凡舞曲》（Pavane），正是為她的沙龍而寫、題獻於她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她出資、給了機會；而作品（還有把她寫進小說的普魯斯特）讓她永遠被記得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這便是贊助最美的回報：出資的人，因藝術，被世界溫柔地記住</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普魯斯特讓她第二次不朽：小說裡的公爵夫人</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出資的贊助者，究竟能有多不朽？佛瑞以一首《帕凡》題獻於她，大文豪普魯斯特再以一整部小說，將她封存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普魯斯特以女伯爵為藍本，寫出《追憶似水年華》裡的「蓋爾芒特公爵夫人」——她成了文學史上的經典人物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而她從不只是出資的人：1891 年她在布洛涅森林湖中小島設夜宴，親手替《帕凡》添上「看不見的合唱團」與舞者——藝術贊助者，也能是共同的創作者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財富會耗盡、莊園會易主；但被作曲家題獻、被小說封存的名字，永遠奪不走——這便是「因藝術而不朽」</a:t>
            </a:r>
          </a:p>
        </p:txBody>
      </p:sp>
      <p:sp>
        <p:nvSpPr>
          <p:cNvPr id="5" name="Rectangle 4"/>
          <p:cNvSpPr/>
          <p:nvPr/>
        </p:nvSpPr>
        <p:spPr>
          <a:xfrm>
            <a:off x="7666913" y="14996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554480"/>
            <a:ext cx="30117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Gogh）生前幾乎賣不出一幅畫，是弟弟西奧（Theo）——一位巴黎畫商——自 1882 年起，月月匯來財富，默默守著他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西奧說得懇切：「我把給他的財富，視為他工作的報酬」——不是施捨，是對等的相待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藝術贊助者，未必要是豪門；梅迪奇，也可以只是一個深信家人的尋常人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953102587571651457.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出資築一座殿堂，把名字刻進城市的天際線——一座會自行增值、幾十年後仍替你發聲的殿堂</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拜羅伊特：一位國王，傾注財富蓋一座「聖地」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換得的，是一座至今仍被奉為「聖地」的品牌（對應提案第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卡內基音樂廳：賣鋼鐵的財富，換一座以你為名的殿堂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以賣鋼鐵所積的財富，換來一座以你為名、長久替你發聲的地標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一家酒商，憑一座音樂廳，把品牌與「頂級文化」永久繫在了一起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這正是亞洲企業版的卡內基：以一座殿堂，替品牌鍍上文化的溫潤與光澤</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這套「冠名場館」的做法，一路傳到今日各大藝文中心與球場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共通之處：一座殿堂，便是把名字刻進城市天際線與文化史——一筆會緩緩增值的資產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長年養一支團隊、築一座舞台——換得的是人才、是研發，還有整個組織上下同心的那股向心力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埃斯特哈齊親王：投入財富養一座「私人研發中心」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埃斯特哈齊（Esterházy）親王，是一位把「養音樂」當長期投資的貴族企業家：築起「匈牙利的凡爾賽」莊園，歌劇院、劇場、音樂廳一應俱全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這無異於替自己築了一座私人研發中心，兼一張待客的門面：撐排場、款待貴賓、凝聚聲望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親王偏愛冷門的巴里頓琴（baryton），樂團便為它量身寫下上百首曲子——藝術贊助者的品味，悄然決定了研發的方向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換得的回報：「埃斯特哈齊」這個姓氏，兩百多年後我們仍在傳誦（對應提案第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音樂能為一個國家、一家企業，寫下一種難以複製的氣質——國力、觀光之利，以及令人願意親近的品牌形象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大衛《拿破崙加冕》：國家投入財富，買一張形象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年，拿破崙（Napoléon）委託畫家大衛（Jacques-Louis David）繪下加冕大典——一件國家級的形象工程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他更從容地讓畫替他說話：缺席的母親被安置進最尊貴的包廂；教皇也由「旁觀」改為「舉手祝福」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報酬：大衛自估十萬法郎，最終實收六萬五——出資者與創作者之間那份分寸的往還，兩百年前便已如此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正是這一筆委託，讓一整個帝國的形象，永遠懸於羅浮宮，日日替拿破崙說著話</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526117786914467364.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政府購藏名畫、企業出資贊助，想換的往往是同一樣東西：一份認同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701117685834034982.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《托斯卡》把羅馬的地標寫成歌劇的朝聖之地——一方水土的觀光之利，常是作曲家替它寫成的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音樂為一座城市寫下難以複製的氣質，而這股氣質，便長久替它迎迓遠客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這對各位的品牌同樣成立：一首對的音樂，能為你寫下一張令人想親近的名片</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提起法國，人便想到浪漫——這份印象，有很大一部分，是德布西（Debussy）用《月光》《海》《牧神的午後》一筆一筆寫成的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一個國家的氣質，可以由作曲家寫成；而氣質，正是最珍貴的觀光與品牌資產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一百多年後，這股氣質被精品直接借去：Chanel No.5《The Film》（2004，Baz Luhrmann 執導、Nicole Kidman 主演）便以德布西《月光》作配樂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萬美元，是「史上最貴的香水廣告」——賣的不是香水的成分，是德布西替法國寫下的那份高雅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頂級品牌都明白：借一段古典音樂，便能替再實用的產品鍍上一層格調，把功能，化為一種身分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年百週年還重新編曲——一次選曲，成了一筆會增值的品牌資產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這樣的巧思其實俯拾皆是：Stella Artois 用威爾第、De Beers 用 Jenkins、飛雅特用羅西尼——古典音樂，是最溫柔也最省力的格調</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奇美（Chimei）的許文龍做的是石化、電子——若沒有接下來這一步，我們對奇美的印象，或許只停在冷硬的塑膠與面板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他收藏了世上數量最多的名琴，建起奇美博物館——以藝術，把整家企業的形象，輕輕往上托了一級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這是台灣自己的梅迪奇：不必身在歐洲、不必出身貴族，我們台灣的企業家，一樣做得到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奇美最動人的一著：將史特拉底瓦里（Stradivari，史上最頂級的名琴）等稀世名琴，無償借予頂尖音樂家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一琴出借，換回的是全球舞台上綿綿不絕的品牌身影，與那一份被珍惜的溫柔好感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這便是「以藝術養品牌」最雋永、也最高明的一種——不必親自登台，讓大師為你發光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台灣早有一批企業，默默扮演著「現代的梅迪奇」——奇美，不過是其中最耀眼的一位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一個最動人的數字：國泰金控贊助雲門舞集的免費戶外公演，行之近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這從不是遙遠的歐洲舊事，而是台灣企業正在成就、各位也同樣做得到的事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前面六樣，多半關乎形象與聲名；而最後這個故事，落在最踏實之處——一首歌，撐起一家百年企業</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Funiculì：纜車公司投入財富委創，一首宣傳歌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年維蘇威火山纜車開通，卻遇上「人人畏火山、不敢乘坐」——一道各位都不陌生的新品難題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纜車公司的解法：出資委託作曲家丹薩（Denza）寫下一首宣傳歌《Funiculì,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它被許多人譽為「史上最早的廣告歌」之一——從落筆的第一刻，便是為一項產品而歌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出資的，是纜車公司。他們求的原非藝術，而是將人心裡的「畏」，悄悄換作「嚮往」</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成效好得驚人：樂譜一年賣破百萬份，歌聲傳遍全歐洲，「去拿坡里乘纜車」成了整個歐洲的旅遊嚮往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一首三分鐘的短歌，便把眾人心裡的「畏」，輕輕唱成了「嚮往」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名氣真化作了上門的客人：1888 年，旅行社龍頭湯瑪斯·庫克（Thomas Cook）將纜車編入國際行程，運量節節翻升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而這一切的起點，追根究柢，就是纜車公司當年出資委託的那一首歌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火山大噴發、盡數摧毀，1909 便重建復駛；1911 山崩，1912 又通——那首歌留下的名氣與客源，讓人捨不得放手，每一次都值得再蓋一回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硬體終會被天災帶走；可那首 1880 年的委託之作，至今仍在世界各處，默默為維蘇威、為拿坡里「免費引客」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留給各位有前瞻性的企業家一個念想：產品終會老去，但一件用心的贊助之作，能陪一家企業跨越世紀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一次委託，回報以百年計——追根究柢，這正是將財富投入美，最令人動容的一種複利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984246975489249834.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企業的回報：贊助藝術，買到財富也買不到的東西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一如卡內基與拜羅伊特：將名字鐫入文化史，成就一座令人非朝聖不可的聖地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一如英國航空、奇美：以藝術為品牌添一分格調，也貼近最珍惜你的那群客人</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一如埃斯特哈齊：長年養才、以場館養創新，凝聚一份由衷的認同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看得見的回饋 ← 藝文的投入，終將化為品牌的份量與實利（奇美的形象、普契尼的觀光客、纜車的百年運量）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一句放心底的話：它從不是成本，而是一筆會緩緩增值的長期資產（稅務優惠依文化藝術相關法規評估，建議洽會計師）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郭德堡變奏曲：規律而清澈——於高壓中沉澱思緒、專注決策，也讓自己好好喘一口氣（今日主打①）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貝多芬〈歡樂頌〉：凝聚人心、鼓舞士氣——尾牙、開工、團隊誓師，最暖人心的配樂（主打②）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Funiculà：輕快而順口——炒熱氣氛、帶動全場（今日的壓軸帶動唱）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懂得以音樂相伴情緒與場合，是領導者最不費力、卻最動人的一份軟實力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如埃斯特哈齊：以長年而安穩的守候陪伴一位藝術家，再以一座場館，予他一個能安心創作的家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如拜羅伊特、如卡內基：將一座場館、一個音樂節，經營成令人念念不忘、願意遠道朝聖之地，把名字留在其上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如那家纜車公司：為你的品牌委託一支真正屬於你的作品，讓它替你娓娓道來，長長久久地引客上門</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如梅迪奇，亦如《夜巡》中那群合資的生意人：一人獨力、或眾人同心，都能成為藝術贊助者，換來的是聲望與那份與眾不同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帶三個字回家：對等、可持續、共融——不是施捨，是並肩；不是一時的曝光，是一段長情；不是高踞其上，是彼此靠近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當代委創（樂譜頁）：今天輪到你當藝術贊助者</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從梅迪奇到今日的你：委託一部新作，便是將自己的名字，輕輕寫進未來的文化史　｜　現場示意：一段當代鋼琴新作</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地位與權力（梅迪奇：藝術、聯姻、催生歌劇）／集體曝光（夜巡·你們的公會）／不朽之名（貝多芬三貴族·佛瑞·郭德堡·梵谷）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國家與品牌形象（拿破崙·威爾第·普契尼·德布西×Chanel·英航·奇美）／最實在的回報（Funiculì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不論公司規模大小，你都當得起藝術贊助者這個名字——請帶走這句話：你成就音樂，音樂也成就你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此刻，換各位親自做一回「內容的傳播者」——一同唱起那家纜車公司一百四十年前的廣告歌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歡迎聊聊：你的品牌，最像今日哪一位藝術贊助者？願做梅迪奇、做拜羅伊特，還是喚一群人合資的《夜巡》公會？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帶回家慢慢聽：巴赫《郭德堡變奏曲》、貝多芬〈歡樂頌〉、丹薩《Funiculì,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有機會值得走一趟的場館：卡內基音樂廳、拜羅伊特節慶劇院、東京三得利音樂廳、台南奇美博物館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8746304628257094632.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從梅迪奇到你——古往今來，你我所換的，原是同一件事：出資投注於美，換得財富也買不到的東西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你成就音樂，音樂也成就你——願美與商業，彼此成就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