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老闆、各位做品牌的朋友，午安。先說清楚：今天這段時間，我不會教各位聽懂任何一個音符。我要講的，是一件很實際的事——古今中外，那些最有錢、最有權的人，怎麼用「出錢贊助藝術」這件事，換到錢買不到的東西：地位、名聲、品牌，甚至實實在在的錢。各位一進場，螢幕上放的這支廣告、耳邊這首曲子，其實是同一件事的縮影：這是香奈兒 Chanel No.5「史上最貴的香水廣告」（2004 年、Nicole Kidman 主演），而它的配樂，正是德布西（Claude Debussy）的《月光》（Clair de Lune）。同一段旋律，兩百年前替法國寫下「浪漫」，兩百年後替一瓶香水賣出「高雅」。請各位放鬆，帶著一個問題聽下去：一首流傳三百年的曲子，當年出錢的人、今天借用它的品牌，到底各自換到了什麼？</a:t>
            </a:r>
          </a:p>
          <a:p>
            <a:r>
              <a:t>【講義補充】</a:t>
            </a:r>
          </a:p>
          <a:p>
            <a:r>
              <a:t>- 開場定調：本場約 90 分鐘主體（含影片觀賞），壓軸再帶全場一起唱《Funiculì, Funiculà》約 20 分鐘；全程站在「出錢的金主／贊助廠商」這一邊、講給企業家聽——不教各位聽懂音符，只談出錢的人到底換到了什麼。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核心金句：你成就音樂，音樂也成就你——這句話的另一面，就是全片主軸：贊助廠商出錢，換到七樣東西。</a:t>
            </a:r>
          </a:p>
          <a:p>
            <a:r>
              <a:t>- 「換到七樣東西」是本片替贊助回報整理出的清單；開場先點名其中最直觀的幾樣：地位、名聲、品牌形象，乃至實質金錢（其餘於後段逐站展開，此處只依標題與講稿所言，不預先杜撰全部七項）。</a:t>
            </a:r>
          </a:p>
          <a:p>
            <a:r>
              <a:t>- 一句話總綱：這正是核心命題「你成就音樂，音樂也成就你」——音樂替出錢者帶來名聲與影響力，出錢者則替音樂買單；但本場的鏡頭始終對準金主端。</a:t>
            </a:r>
          </a:p>
          <a:p>
            <a:r>
              <a:t>- 📖 贊助／庇護（patronage）：出資者長期供養藝術家、以換取聲望與影響力的制度；這個字在多數歐洲語言裡直接源自古羅馬富豪梅塞納斯之名（見下條），足見「金主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這些「藝文贊助者」一詞全以他為名——他就是「出錢買下不朽名聲」的原型，也是本片全部論點的老祖宗。</a:t>
            </a:r>
          </a:p>
          <a:p>
            <a:r>
              <a:t>- 📖 維吉爾（Virgil／Publius Vergilius Maro，公元前 70–前 19 年）：古羅馬最負盛名的詩人、史詩《埃涅阿斯紀》（Aeneid）的作者；正因梅塞納斯出資供養，他才有餘裕專心寫作，其名也隨金主一起流傳兩千年。</a:t>
            </a:r>
          </a:p>
          <a:p>
            <a:r>
              <a:t>- 📖 賀拉斯（Horace／Quintus Horatius Flaccus，公元前 65–前 8 年）：古羅馬抒情詩人，《頌歌》（Odes）前三卷即題獻給金主梅塞納斯——這就是後段「題獻的力量」一站的兩千年前版本：作品掛上出錢者的名字，讓贊助者跟著作品一起不朽。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Keyserlingk）委託、供其失眠夜聆聽而作（此委託故事屬傳說、細節待查證），無論真假，都是「權貴出錢點播、作品因此傳世」的經典想像，恰好替本片的贊助主軸開場。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錢請人寫歌替新設施造勢；歌曲一炮而紅、傳唱全球，形同替出錢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把問題講得更白一點。今天我們不談旋律好不好聽，只談一件事：出錢的人，花這筆錢，到底換到了什麼？如果你是老闆、是品牌主管，那麼恭喜你——你正在做的事，跟三百年前佛羅倫斯一位出資養歌劇的銀行家、維也納一位包養樂團的親王，本質一模一樣。差別只在於，他們把預算花在管風琴和歌劇上，你花在代言和贊助上。</a:t>
            </a:r>
          </a:p>
          <a:p>
            <a:r>
              <a:t>【講義補充】</a:t>
            </a:r>
          </a:p>
          <a:p>
            <a:r>
              <a:t>- 本場視角：全程站在「出錢的金主」這一邊，看他們換到什麼。不談音樂家如何經營自己、也不談音樂產業怎麼賺錢。</a:t>
            </a:r>
          </a:p>
          <a:p>
            <a:r>
              <a:t>- 這張是全場的「鉤子」：不評旋律好不好聽，只問一個生意人聽得懂的問題——「花這筆錢，到底換到了什麼？」後面五站（巴洛克、古典、浪漫、印象派、現代橋接）都在替企業家回答這一題。</a:t>
            </a:r>
          </a:p>
          <a:p>
            <a:r>
              <a:t>- 講稿點名的兩個古代金主，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核心命題「你成就音樂，音樂也成就你」：企業出錢養音樂，音樂回頭給企業它拿錢買不到的東西——聲望、話題、王朝或品牌被後世記住的機會。這張只負責丟問題，答案留到後面五站。</a:t>
            </a:r>
          </a:p>
          <a:p>
            <a:r>
              <a:t>- 一句話對照：三百年前的親王把預算花在管風琴與歌劇上，今天的老闆花在代言與贊助上，動作不同，算盤一樣——都是用錢換「別人怎麼看我」。</a:t>
            </a:r>
          </a:p>
          <a:p>
            <a:r>
              <a:t>- 📖 贊助制（Patronage）：近代以前音樂家幾乎沒有「賣票給大眾」這條路，收入來自宮廷、貴族與教會的長期供養——金主付薪水、給住所、出委託費，換取專屬創作、演出與門面。這套「金主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Tuscany），並出過兩位教宗、兩位法國王后。當時＝歐洲最有名的「用錢買文化影響力」的家族，資助對象橫跨達文西、米開朗基羅到後來的歌劇。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IV）的婚禮而委託創作。金主要的不是「藝術突破」，而是一場全歐矚目的政治聯姻大秀。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約1597，樂譜多已佚失）與《尤麗狄斯》皆出自梅迪奇的贊助圈——它從第一天起就是「靠金主養」的藝術。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記載約相當於今日一千四百萬英鎊，並印製十八本「節慶書」送往各國。金主換到的是——全歐洲宮廷都在模仿、都在談論梅迪奇。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Haydn）一七六一年受聘為副樂長，一七六六年升任正樂長，長年替家族量身寫交響曲與歌劇。金主買到的是——一支隨傳隨到、專屬創作的「自家樂團」，以及隨海頓聲名一起水漲船高的家族聲望。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Wikipedia，海頓的年薪從一七六六年約五百八十三弗羅林，一路調到一七七九年約一千弗羅林，親王另留給他一千弗羅林的退休金——可見一位金主養一名頂級樂長是長期、可觀的固定支出。</a:t>
            </a:r>
          </a:p>
          <a:p>
            <a:r>
              <a:t>- 📖 埃斯特哈薩宮（Esterháza）：埃斯特哈齊家族在匈牙利興建的豪華宮殿，內有歌劇院與木偶劇場，被稱作「匈牙利的凡爾賽宮」（Hungarian Versailles）。當時＝金主把文化贊助「蓋成建築」的極致展示櫃。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rights）：現代企業付錢請名人背書、或把品牌冠在球場、賽事、廳堂上，換取曝光與好感。當時＝與梅迪奇印節慶書、埃斯特哈齊蓋宮殿養樂團同一套邏輯的當代版本。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你只要帶走一句話就夠了，我先講在前面。古今中外，最有錢、最有權的人，都搶著出錢贊助音樂——為什麼？講白一點，因為音樂買得到錢買不到的東西。你我都知道，光有錢，不一定換得到尊重，有時還被貼上「暴發戶」的標籤；而藝術，就是把「有錢」升級成「有品味、有地位、讓人打從心裡尊敬」的最好辦法。更關鍵的是，它划算：贊助藝術不是花掉就沒的開銷，是一筆會增值的資產——換到的是地位、聲望、品牌，甚至實實在在的錢。而且這座橋兩頭都通：你出錢成就音樂，音樂也回過頭來成就你。這就是今天唯一的一句話：你成就音樂，音樂也成就你。</a:t>
            </a:r>
          </a:p>
          <a:p>
            <a:r>
              <a:t>【講義補充】</a:t>
            </a:r>
          </a:p>
          <a:p>
            <a:r>
              <a:t>- 這張是全場的「總命題」，一句話收束：「你成就音樂，音樂也成就你」；出錢的金主換到地位與聲望，音樂換到活下去的資源，兩頭都受益（呼應開場的核心命題）。</a:t>
            </a:r>
          </a:p>
          <a:p>
            <a:r>
              <a:t>- 核心心理：藝術替財富「洗格調、加值」，把「有錢」升級成「有品味、有教養、有地位、讓人打從心裡尊敬」；純粹的財富在社會眼中並不自帶尊敬，藝術則是把金錢翻譯成敬意的轉換器。</a:t>
            </a:r>
          </a:p>
          <a:p>
            <a:r>
              <a:t>- 核心邏輯：對金主而言，贊助不是「花掉就沒」的開銷，而是一筆會增值的資產；換回來的是地位、聲望、品牌信任與政治善意，這些正是「錢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錢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錢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贊助制／庇護制（patronage）：由有錢有權者（贊助人）長期供養藝術家、包養其創作與生活，換取作品、名聲與門面的一整套制度；四百年間它從宮廷、教會的私人供養，逐步演化成企業贊助與品牌行銷。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年）：古羅馬皇帝奧古斯都（Augustus）的親信謀臣，用私產供養詩人維吉爾（Virgil）與賀拉斯（Horace），是史上最有名的「藝術贊助者」；他的名字後來直接變成歐洲各語言「藝術金主」的代名詞——法文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Class）提出的概念，指「買超出實際需要、目的是向別人展示財富與身分」的消費行為；贊助藝術是其中最高級、最不俗氣的一種——花錢，卻花得像在做文化貢獻。</a:t>
            </a:r>
          </a:p>
          <a:p>
            <a:r>
              <a:t>- 📖 文化資本（cultural capital）：社會學家布赫迪厄（Pierre Bourdieu）提出，指知識、品味、教養這類「能換到社會地位」的無形資產，分為內化的（談吐品味）、物化的（收藏的藝術品、樂器）、制度化的（學位頭銜）三種；金主贊助藝術，本質是把手上的經濟資本，換成社會更看重的文化資本。</a:t>
            </a:r>
          </a:p>
          <a:p>
            <a:r>
              <a:t>- 📖 軟實力（soft power）：政治學者約瑟夫·奈伊（Joseph Nye，1990 年提出）的概念，指不靠金錢或武力強迫、而靠吸引力與好感讓人自願認同你的能力；贊助藝術是最古老的一種軟實力，讓贊助者不必開口，別人就先對他生出敬意。</a:t>
            </a:r>
          </a:p>
          <a:p>
            <a:r>
              <a:t>- 📖 暴發戶／新富（nouveau riche）：法文原意「新近致富的人」，帶貶義，指有錢但被認為缺乏教養與品味者；藝文贊助正是新富最常用來擺脫這個標籤、把自己抬進「有文化的上流」的手段。</a:t>
            </a:r>
          </a:p>
          <a:p>
            <a:r>
              <a:t>- 📖 銅臭（味）：形容一身銅錢氣、市儈重利的貶詞；典出《後漢書》，東漢崔烈花五百萬錢買到三公之一的司徒官位，其子直言旁人譏其「銅臭」——兩千年前就點破「光有錢會被人看不起」，而這正是藝術能替金主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錢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Haydn）；當時＝歐洲最有名的「音樂金主」之一，靠養樂團、蓋歌劇院把家族聲望推上高峰。</a:t>
            </a:r>
          </a:p>
          <a:p>
            <a:r>
              <a:t>- 📖 宮廷樂長（Kapellmeister）：德文原意「樂隊／樂團的主管」，指受貴族或宮廷長期聘任、統籌作曲、指揮、排練與演出的最高音樂職位；海頓在埃斯特哈齊宮廷擔任的正是此職——對金主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看之前，先把最重要的一句話放在最前面：最頂尖的企業，為什麼都贊助藝術？因為有些東西，只有藝術買得到。第一，社會聲望——藝術讓你名正言順地擠進金字塔頂端的圈子，和菁英、政要站在同一個場子。第二，文化資本——它把財富升級成品味與高度，換來真正的尊重。第三，不朽之名——你的名字會被刻進文化史，傳誦數百年。還有品牌差異化、頂級人脈。記住這句定調：贊助藝術從來不是慈善，是金字塔頂端最高級的聲望投資。接下來每一個故事，都會再次證明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六大回報：社會聲望、文化資本、不朽之名、品牌差異化、影響力與人脈、認同與凝聚；這六項的共同點是「錢本身買不到、只有透過藝術才買得到」的無形資產，也是本片說服企業家掏錢的核心賣點。</a:t>
            </a:r>
          </a:p>
          <a:p>
            <a:r>
              <a:t>- 為什麼非藝術不可？因為金錢本身可複製、可比較，多一個零和少一個零只是量的差別；藝術贊助能把「有錢」轉譯成「有品味、有高度、值得被尊敬」，是身分的升級，而不是單純的開銷。</a:t>
            </a:r>
          </a:p>
          <a:p>
            <a:r>
              <a:t>- 「贊助者」這個身分自古有名有姓：整套概念源自古羅馬的梅塞納斯（見名詞解釋），他把政治資本花在扶植詩人，換來自己的名字兩千年後仍是「藝文金主」的同義詞——這正是「不朽之名」最古老的實例。</a:t>
            </a:r>
          </a:p>
          <a:p>
            <a:r>
              <a:t>- 不朽之名的運作方式：贊助者出錢，作品替他留名。海頓的僱主埃斯特哈齊家族、文藝復興的梅迪奇家族，都因扶植藝術而把家族姓氏寫進了文化史，這是後面幾站會反覆出現的模式。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影響力與人脈：頂級藝術場合（沙龍、首演、包廂）是菁英與政要固定聚集的場子，出錢贊助等於買下入場券與「主人」身分，能和決策圈同場、被引薦，這是四百年前金錢難以直接買到的社交門檻。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Class）提出，指富人花錢的目的不在實用，而在「被看見自己有能力這樣花」，藉以展示財富與地位；高調贊助藝術，是其中最體面、最不落俗套的一種形式。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quo，「以此換彼」），出錢方明確期待品牌曝光、聲望或人脈的回報。本片刻意站在「贊助」而非「慈善」這一邊看整部音樂史。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出錢的金主，整理成他們換到的「七樣東西」，這就是今天的地圖。第一樣，地位與權力——梅迪奇。第二樣，集體曝光——一群生意人合資，也就是各位和你們的公會。第三樣，不朽之名——把名字刻進歷史。第四樣，聖地與冠名——一座以你為名的殿堂。第五樣，人才與凝聚。第六樣，國家與企業的形象——國力、觀光、品牌。第七樣，也是最硬的一樣，實實在在的錢——一首歌撐起一家百年公司。接下來，我們一樣一樣看。</a:t>
            </a:r>
          </a:p>
          <a:p>
            <a:r>
              <a:t>【講義補充】</a:t>
            </a:r>
          </a:p>
          <a:p>
            <a:r>
              <a:t>- 這張是「投資報酬率」地圖，不是音樂史地圖：同一個問題貫穿全場——出錢的金主，到底換到了什麼？把四百年來形形色色的贊助行為，收斂成七種可以帶回公司的「回報」，讓各位聽完能對號入座。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金主，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rights，把品牌名掛上場館或作品）、長期品牌資產、人才招募與向心力、城市行銷與國家品牌、以及最實在的營收——全場主軸始終站在「掏錢的贊助者換到什麼」這一邊。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秒）先看第一樣，也是最古老、最直接的一樣——地位與權力。出錢贊助藝術，能把「有錢」直接變成「有地位、有話語權」。這件事，沒有人做得比梅迪奇家族更徹底。</a:t>
            </a:r>
          </a:p>
          <a:p>
            <a:r>
              <a:t>【講義補充】</a:t>
            </a:r>
          </a:p>
          <a:p>
            <a:r>
              <a:t>- 第一樣回報：地位與權力——出錢贊助藝術，能把「有錢」直接兌換成「有地位、有話語權」；這是最古老、也最直接的一種回報。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錢」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年開徵）以博取平民支持；他示範的範式是——用錢與人望統治，而不是用頭銜。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Patriae（祖國之父）稱號——這是古羅馬留給西塞羅那種「救國者」的榮銜，並刻上他在聖羅倫佐教堂的墓。錢，買到了一個原本只保留給救國英雄的頭銜。</a:t>
            </a:r>
          </a:p>
          <a:p>
            <a:r>
              <a:t>- 錢砸出了什麼（把家名刻進城市的策略）：資助布魯內雷斯基（Filippo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年家族絕嗣。錢→藝術→地位→王朝，這條路梅迪奇走得最完整。</a:t>
            </a:r>
          </a:p>
          <a:p>
            <a:r>
              <a:t>- 對企業的一句話：這套「用贊助把財富換成地位與話語權」的劇本，後世金主（下一站的埃斯特哈齊親王等）全在模仿——這正是本場「你成就音樂，音樂也成就你」命題最古老、最教科書級的樣本。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7｜梅迪奇①：銀行家的痛點——錢多，卻缺地位</a:t>
            </a:r>
          </a:p>
          <a:p/>
          <a:p>
            <a:r>
              <a:t>【講稿】（停留約 70 秒）故事從一個姓氏講起——梅迪奇（Medici）。他們是十五世紀佛羅倫斯的銀行王朝，靠放款起家，生意做到全歐洲，連教宗、國王都跟他們借錢。但這裡有個各位老闆一定能體會的痛點：在那個年代，放款收利息是一門不太光彩的生意——教會白紙黑字說，收利息是一種罪（拉丁文叫 usury，高利貸之罪）。所以梅迪奇的處境是：錢，多到花不完；地位跟名聲，卻買不到。各位有沒有覺得很熟悉？有錢，從來不等於被尊重。梅迪奇當年的難題，就是今天很多成功企業家的難題。</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IX）的主要銀行家，這是當時歐洲最肥的一筆生意，靠這條線撐起家族近一個世紀的富貴。這裡藏著一個絕妙的反諷：教會嘴上譴責放貸，錢卻交給放貸的人管。</a:t>
            </a:r>
          </a:p>
          <a:p>
            <a:r>
              <a:t>- 據估計，梅迪奇一度是全歐洲最富有的家族（據 Wikipedia）；1434 年起，科西莫·德·梅迪奇（Cosimo de' Medici）更以「幕後金主」之姿實質統治佛羅倫斯共和國，人前不稱王、人後說了算。</a:t>
            </a:r>
          </a:p>
          <a:p>
            <a:r>
              <a:t>- 這就是各位老闆一定懂的痛點：放款收息在那個年代是「見不得光」的生意。教會把「借錢收利息」定性為 usura（拉丁文，高利貸之罪），視同重罪；1139 年第二次拉特朗會議明文譴責高利貸「為神法與人法所不容」，但丁（Dante）更在《神曲》裡把放高利貸者打入地獄第七層。錢，因此買不到體面。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錢賺得再漂亮，良心與名聲的帳還是要還——這正是後面整個「贊助換名聲」故事的起點。相傳科西莫晚年為了「洗清放貸的罪」，去請教銀行的大客戶教宗尤金四世（Pope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錢不等於有地位。梅迪奇的難題——錢多到花不完、名聲與救贖卻買不到——恰恰逼出接下來幾站的答案：把錢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年起實質統治佛羅倫斯，後代還出過教宗與法國王后，是「用錢買地位」最成功的家族範本。</a:t>
            </a:r>
          </a:p>
          <a:p>
            <a:r>
              <a:t>- 📖 喬凡尼·迪·比奇（Giovanni di Bicci de' Medici，約 1360–1429）：家族的開基祖，梅迪奇銀行創辦人，靠替教廷理財奠定財富根基，卻仍被視為「暴發戶」，替後代留下了「有錢缺地位」的原始課題。</a:t>
            </a:r>
          </a:p>
          <a:p>
            <a:r>
              <a:t>- 📖 科西莫·德·梅迪奇（Cosimo de' Medici，1389–1464）：喬凡尼之子、家族最會經營的掌門人，1434 年起以財富與人脈幕後掌控佛羅倫斯，死後獲贈「國父」（Pater Patriae）尊號，也是把「花錢買名聲」玩到極致的第一代大贊助者。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usura）：中世紀教會把「借錢收利息」視為罪，銀行家因此背負道德污名，形成「錢多、地位低」的痛點；神學家的說法是「金錢本身不會生育」，靠錢生錢因而不義。</a:t>
            </a:r>
          </a:p>
          <a:p>
            <a:r>
              <a:t>- 📖 匯票（bill of exchange，拉丁文 cambium）：一種跨城、跨幣的付款憑證，商人可先在甲地付錢、日後在乙地以另一種貨幣領款；因為名義上是「換匯」而不算放貸，成了規避高利貸禁令、把利息偷偷藏進匯率的合法工具。</a:t>
            </a:r>
          </a:p>
          <a:p>
            <a:r>
              <a:t>- 📖 羅馬教廷（Roman Curia）：教宗治理天主教會的中央行政與財務機構；替它管錢是當時歐洲最穩、最賺的金融業務，也是梅迪奇銀行的命脈。</a:t>
            </a:r>
          </a:p>
          <a:p>
            <a:r>
              <a:t>- 📖 尤金四世（Pope Eugenius IV，在位 1431–1447）：梅迪奇銀行的大客戶兼教宗，據載他建議科西莫捐錢修聖馬可修道院以贖罪，是金主與教會之間「你出錢、我赦罪」的經典交換案例。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1308–1320）：義大利文學經典長詩，把放高利貸者打入地獄第七層，反映當時社會對「靠錢生錢」者的道德鄙夷，正是梅迪奇必須花錢洗白的輿論背景。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8｜梅迪奇②：用藝術，把錢變成權力</a:t>
            </a:r>
          </a:p>
          <a:p/>
          <a:p>
            <a:r>
              <a:t>【講稿】（停留約 85 秒）梅迪奇怎麼破解這個痛點？把賺來的錢，一車一車砸進藝術。他們把十來歲的米開朗基羅（Michelangelo）接進自家花園栽培、出錢資助波提切利（Botticelli）畫下傳世名作。結果這一手「用藝術洗格調」，回報大到連他們自己都想不到——這個「放款的家族」，後來出了兩位羅馬教宗、兩位法國王后，成了實質統治佛羅倫斯、左右整個歐洲的權力核心。至於他們怎麼把家族嫁進歐洲王室、又怎麼順手催生了「歌劇」，下面兩張投影片會分開講。所以你看，梅迪奇證明了一件事：藝術能把純粹的財富，洗成統治歐洲的正當性。各位先把「梅迪奇」記住——今天最後，我會請在座每一位，認真想想怎麼「成為下一個梅迪奇」。</a:t>
            </a:r>
          </a:p>
          <a:p>
            <a:r>
              <a:t>【講義補充】</a:t>
            </a:r>
          </a:p>
          <a:p>
            <a:r>
              <a:t>- 一句話先記住：梅迪奇（Medici）示範了一件事——藝術能把「純粹的財富」洗成「有權力、有正當性」；這也是今天請每位企業家思考「怎麼成為下一個梅迪奇」的原型。</a:t>
            </a:r>
          </a:p>
          <a:p>
            <a:r>
              <a:t>- 錢從哪來（贊助者的本業）：這是一個「放款的家族」，靠銀行起家。1397 年喬凡尼·迪·比奇（Giovanni di Bicci de' Medici）在佛羅倫斯創辦梅迪奇銀行，最賺錢的生意是替羅馬教廷管錢；據載光是羅馬分行的教廷業務，就佔了全行約一半利潤——先有這台印鈔機，才有後面「一車一車砸進藝術」的本錢。</a:t>
            </a:r>
          </a:p>
          <a:p>
            <a:r>
              <a:t>- 錢怎麼變權：1434 年老柯西莫（Cosimo de' Medici）掌家後，靠著國庫依賴梅迪奇信貸、各家族依賴梅迪奇貸款與人脈，加上操作選制，讓一個沒有正式王位的銀行家族，成為佛羅倫斯共和國實質的統治者——這正是講稿說的「把賺來的錢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贊助標的二：出錢資助波提切利（Sandro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回報大到自己都想不到：這個「放款的家族」，後來出了兩位羅馬教宗、兩位法國王后，把地方金主升級成左右整個歐洲的權力核心——藝術這一手「洗格調」的投資報酬率，遠超本業放款。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1600–1610，之後為其子路易十三攝政）——用聯姻把佛羅倫斯的錢，換成法蘭西王室的血緣與影響力。</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與其他投影片的呼應：本張是「梅迪奇②」，承接前一張的「痛點」，把答案收在「用藝術把錢變成權力」；也預告全片收尾——請在座每位認真想「成為下一個梅迪奇」。</a:t>
            </a:r>
          </a:p>
          <a:p>
            <a:r>
              <a:t>- 📖 梅迪奇家族（House of Medici / de' Medici）：發跡於佛羅倫斯的銀行世家，15–18 世紀是義大利乃至歐洲最有影響力的贊助者家族；當時＝靠替教廷管錢致富、再用藝術贊助換取政治正當性的「金主原型」。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世紀起於義大利、重新發揚古希臘羅馬文化的藝術與思想運動；當時＝梅迪奇等富商用金錢催化、並藉以提升門第的一波文化浪潮。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Curia）：羅馬天主教教宗的行政與財務中樞；當時＝梅迪奇銀行最賺錢的客戶，掌握全歐教會的金流。</a:t>
            </a:r>
          </a:p>
          <a:p>
            <a:r>
              <a:t>- 📖 偉大的羅倫佐（Lorenzo de' Medici, il Magnifico，1449–1492）：梅迪奇家族最著名的贊助者兼實質統治者；當時＝栽培米開朗基羅、資助多位巨匠的「藝術金主」代名詞。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9｜梅迪奇③：把女兒嫁成王后，把錢變成血緣</a:t>
            </a:r>
          </a:p>
          <a:p/>
          <a:p>
            <a:r>
              <a:t>【講稿】（停留約 55 秒）梅迪奇把「用藝術洗格調」這件事，玩到了最高段——他們把家族的女兒，嫁進了歐洲最高的王室。凱瑟琳·德·梅迪奇，1533 年嫁給後來的法王亨利二世，成了法國王后；六十多年後，瑪麗·德·梅迪奇，1600 年又嫁給法王亨利四世，再一位法國王后。各位想想：一個放款起家、連貴族血統都沒有的商人家族，靠著藝術累積的聲望與人脈，居然把自家女兒送上了法蘭西的王座。這就是把「錢」一路換成「格調」、再換成「血緣」的完整示範。</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聯姻的本質：用藝術與贊助累積的聲望作底氣，把佛羅倫斯的商業財富，換成法蘭西王室的血緣與長期影響力——這是「贊助換地位」故事裡最極致的一步。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秒）而瑪麗·德·梅迪奇那場 1600 年的婚禮，還替我們留下了一份意外的大禮。梅迪奇要辦一場全歐洲都在看的排場，端出了當時最時髦的新玩意——一種用歌唱從頭貫穿到尾的表演，也就是後世說的「歌劇」。這場婚禮上演的作品叫《尤麗狄切》，作曲家佩里親自登台，在佛羅倫斯的皮蒂宮首演。而它，被公認是現存最早的一部歌劇。各位聽清楚了：「歌劇」這一整門藝術，最早就是被一筆王室婚禮的贊助預算給催生出來的。金主要的，其實只是一場政治聯姻的大秀；藝術史上的突破，是順帶的副產品。</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Bardi）出資召集的沙龍裡，為復興古希臘戲劇而實驗，直接催生了歌劇——又一個「由金主買單的實驗室」。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到贊助藝術的第一個副作用——它是一種「社交貨幣」。當你贊助一場音樂會、辦一次藝文活動，你就名正言順地，和城裡最有影響力的菁英、政要、名流，站在同一個場子裡。而且在那個場子裡，你談的不再是報價、折扣、殺價，而是品味、格調、共同的價值。各位做生意都懂，最難的往往不是產品，是「進對圈子」。贊助藝術，就是進圈子最高效、最不著痕跡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這套操作的精髓是「不著痕跡」：科西莫從不自封官職，表面維持共和體制，實際用金錢與人情在幕後操盤，贊助教堂、圖書館、雕塑，讓全城菁英都欠他一份人情，這正是講稿說的「最不著痕跡的一張門票」。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Bourdieu，1930—2002）提出的概念，指教育、品味、藝術知識這類非金錢卻能換到社會地位的資產；當時＝梅迪奇刻意把賺來的錢轉換成藝術收藏與贊助，變成一種更高級、更難被模仿的身分象徵。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Medici）：約十五至十八世紀主宰佛羅倫斯的銀行世家與統治家族，以藝術贊助聞名，被視為文藝復興「金主」的代名詞。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Ficino）主持的人文主義學術圈，把古希臘哲學重新帶回佛羅倫斯；當時＝一個由金主買單、讓菁英聚在一起「談思想、談品味」的高端俱樂部。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品味共同體：講者用來形容一群人因為共享對藝術、美感與格調的認同而形成的圈子；當時＝梅迪奇的沙龍與音樂會，就是把有錢有勢者用「共同的品味」黏在一起的場域，讓生意人得以「進對圈子」。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那種豪門，各位可能想：那是有錢有勢的人在玩，跟我有什麼關係？別急。第二樣回報，我要證明——你不必是梅迪奇。一群像各位這樣的生意人，一個公會，合資也能買到看得見的曝光。而且有一幅畫，把這件事講得清清楚楚。</a:t>
            </a:r>
          </a:p>
          <a:p>
            <a:r>
              <a:t>【講義補充】</a:t>
            </a:r>
          </a:p>
          <a:p>
            <a:r>
              <a:t>- 第二樣回報：集體曝光——不必獨力砸大錢，一群人合資，也買得到看得見、留得久的曝光。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Eeuw）玩到極致——當時荷蘭沒有法國那種王室宮廷，掏錢的是靠貿易致富的市民與商人公會，於是「合資買肖像」成了城市裡最風光的排場。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分級曝光（付越多、擺越前）：據民兵群像的慣例，隊員各自付錢、各自擺姿勢，付得多的人被安排在畫面更前、光線更亮的位置，付得少的只在後排露個臉——這就是「分級冠名」最古老的版本。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呼應主軸：從《夜巡》到《布商公會理事》，畫的都不是神話或帝王，而是「誰出錢、誰上鏡」；這正是今天聯名贊助、分級冠名、logo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13｜林布蘭《夜巡》：合資買曝光，出錢越多版位越大</a:t>
            </a:r>
          </a:p>
          <a:p/>
          <a:p>
            <a:r>
              <a:t>【講稿】（停留約 80 秒）林布蘭（Rembrandt）的《夜巡》，1642 年。付錢的不是國王、也不是教會，是阿姆斯特丹一個「火槍手民兵公會」——說穿了，就是一群有錢的生意人組成的社團。這 16 位生意人「合資」請林布蘭幫他們畫一張團體像，平均每人出大約 100 盾（盾就是 guilder，當時荷蘭通行的錢）。而且遊戲規則直接又公平：你出的錢越多，你在畫面上的位置就越顯眼、越靠前——這不就是我們今天講的「贊助版位」嗎？誰贊助得多，誰的 logo 大、誰站 C 位。結果呢，四百年過去，這 16 個本來沒沒無聞的生意人，他們的臉，到今天還掛在阿姆斯特丹國家博物館的鎮館之寶上，每年幾百萬人專程來看。</a:t>
            </a:r>
          </a:p>
          <a:p>
            <a:r>
              <a:t>【講義補充】</a:t>
            </a:r>
          </a:p>
          <a:p>
            <a:r>
              <a:t>- 《夜巡》創作於 1642 年,是荷蘭黃金時代(Dutch Golden Age)最著名的一幅團體肖像,示範了一個純粹的「付費買版位」模式:金主不是國王、也不是教會,而是一群自掏腰包的阿姆斯特丹生意人,由他們共同出資請林布蘭作畫。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盾在當時是筆可觀的錢——據載一名熟練工匠年收入約 250–300 盾,而林布蘭本人在 1639 年買下自宅足足花了 13,000 盾;整筆約 1,600 盾的委託,對這群中產生意人是認真的集資,對頂級富商則談不上天價。</a:t>
            </a:r>
          </a:p>
          <a:p>
            <a:r>
              <a:t>- 金主換到什麼:四百年後,這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掏錢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世紀,荷蘭共和國憑藉海上貿易、阿姆斯特丹的金融與市民財富躍為歐洲最富裕地區之一;富起來的市民與行會取代了傳統宮廷與教會,成為藝術的新金主,《夜巡》正是這股「市民金主」浪潮的代表作。</a:t>
            </a:r>
          </a:p>
          <a:p>
            <a:r>
              <a:t>- 📖 林布蘭(Rembrandt van Rijn,1606–1669):荷蘭黃金時代最重要的畫家,以肖像與強烈明暗對照聞名;在這樁交易裡他是「接案的乙方」,真正的金主是付錢的那群民兵。</a:t>
            </a:r>
          </a:p>
          <a:p>
            <a:r>
              <a:t>- 📖 火槍手民兵公會(Kloveniers,火繩槍手／滑膛槍手隊):阿姆斯特丹市民民兵中以火槍為武器的一支,成員多為有產市民與商人;平時輪值守夜、看守城門,動亂或戰時才武裝上陣,是有錢有閒者的防務兼社交組織。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錢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盾是相當可觀的合資,足見這群民兵金主的財力。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別把這幅畫講清楚，是因為它講的就是各位。那個火槍手民兵公會，跟今天各位參加的跨業交流會、公會，本質一模一樣——一群有實力的生意人，組成一個社團。梅迪奇那種等級，一個人玩得起；但《夜巡》告訴我們：一個人出不起的贊助，一群人合資就出得起，而曝光和名聲，按出資比例分。所以各位不必獨自當梅迪奇——揪一群人，就能一起當金主。各位可以想想：如果咱們的公會，合資贊助一場音樂會、委託一件作品，會被誰看見？會被記得多久？</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這張的核心不是畫美不美，而是「錢怎麼出、名怎麼分」——《夜巡》是一件由一整支民兵連「合資」買下的贊助案，示範了「一個人出不起，一群人湊得起」的集體贊助模式。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集體合資贊助：門檻低、回報與出資成正比、人人可行；不必是梅迪奇那種等級的超級富豪，揪一群同等級的人，就能一起當金主。</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「錢決定站位」：付得多的站前排、被打光、正面露臉；付得少的退到後排暗處。隊長柯克與副官范·勒伊滕堡出資最多，因此占畫面正中最亮的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年這幅畫被移到阿姆斯特丹市政廳，為了塞進兩根柱子之間，四邊被裁切，左側甚至有兩個人物就此永遠消失——提醒贊助者，出了錢也未必能永遠占著同一個好位置。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付錢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為代表）致富、商人階級崛起的時期。當時＝新富商人願意花錢買文化與名聲的黃金背景，集體贊助的風氣由此而生。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覺得最迷人的一樣——不朽之名。錢會花完，一時的名聲會過去；但如果你把名字，綁進一部會被傳唱幾百年的作品裡，你就買到了「不朽」。接下來連續幾個故事，主角都是「因為出錢，名字被寫進歷史」的金主。</a:t>
            </a:r>
          </a:p>
          <a:p>
            <a:r>
              <a:t>【講義補充】</a:t>
            </a:r>
          </a:p>
          <a:p>
            <a:r>
              <a:t>- 第三樣回報：不朽之名。錢會花完、一時的名聲會過去，但把名字綁進一部會被傳唱數百年的作品，等於買下了「不朽」；本張之後連續幾則故事的主角，都是「因為出錢，名字被寫進音樂史」的金主。</a:t>
            </a:r>
          </a:p>
          <a:p>
            <a:r>
              <a:t>- 這一樣回報的技術核心是「題獻」：金主付出年金、禮物或委創費，作曲家便在樂譜扉頁印上他的名字，作品每被演出、出版一次，贊助者的名字就再被念一次，數百年不墜。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題獻／獻詞（dedication）：作曲家在作品扉頁寫上某人姓名以表敬意或感謝的慣例；當時＝贊助者用金錢或庇護換來的「署名權」，是把一次性花費變成永久留名的機制。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錢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Rentenvertrag）：贊助的一種形式——不是一次買斷單一作品，而是每年固定付一筆錢「養住」作曲家，條件是他留在本地、持續創作；貝多芬這紙契約是史上最著名的一例。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Kaiserling）：委創故事的主角金主；此說僅見於福克爾（Johann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Boulogne）的花園派對搬演成歌舞版——巴黎沙龍女主人就這樣用金錢與人脈，把自己的名字寫進這首名曲。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Gogh），1882年6月起每月分三次寄錢，十年間據載共資助約17,500法郎——這是跨到美術界的例子：贊助者的名字，如今已與被贊助者的傳奇密不可分。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16｜貝多芬與三位金主：花錢買下一個名字</a:t>
            </a:r>
          </a:p>
          <a:p/>
          <a:p>
            <a:r>
              <a:t>【講稿】（停留約 80 秒）1809 年的維也納，三位大貴族——金斯基（Kinsky）、洛布科維茨（Lobkowitz），還有魯道夫大公（Archduke Rudolph，「大公」就是皇室的親王）——一起做了一筆投資。他們聯手，每年固定掏出一筆「終身年金」，也就是保證養一位作曲家一輩子，白紙黑字只有一個條件：「請你留在維也納，別被別人挖走。」各位是生意人，直接看這筆投資的回報：他們花的錢，買到的是「名字」。兩百年後的今天，全世界只要一談起那部《第九號交響曲》，就會提到當年是這三位貴族出的錢。請注意——這不是施捨、不是慈善，是一筆綁定式的長期投資。給各位的第一個提醒就是：贊助要簽長約、要綁定、要白紙黑字。現在，請聽今天第二首主打聆聽——貝多芬〈歡樂頌〉。</a:t>
            </a:r>
          </a:p>
          <a:p>
            <a:r>
              <a:t>【講義補充】</a:t>
            </a:r>
          </a:p>
          <a:p>
            <a:r>
              <a:t>- 合約全貌：1809 年 3 月 1 日在維也納簽署一紙《年金合約》（Rentenvertrag），三位署名金主為魯道夫大公（Archduke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Adieux）等。金主同時是門生與最大品牌代言人。</a:t>
            </a:r>
          </a:p>
          <a:p>
            <a:r>
              <a:t>- 各家換到什麼——金斯基：三人中掏錢最多（1,800），卻在此之前查無藝術贊助紀錄；他以奧地利軍官身分，簽約後不久即出征對法作戰（據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誰扛住了：當另兩位金主陷入困境，魯道夫提高自己的份額以維持貝多芬的收入——這正是聯合贊助裡「主辦金主／領投人」的角色，也是這筆投資最終沒有爛尾的原因。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III），並非這三位金主；但正是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名詞解釋｜親王（Fürst／Prince）：神聖羅馬帝國與奧地利的高階世襲貴族頭銜，中譯常作親王或侯；當時＝手握莊園、私人樂團與大量財富的地方領主，是作曲家最主要的金主階層。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名詞解釋｜題獻（Dedication）：把作品正式獻給某位贊助者並印在樂譜扉頁；當時＝金主用金錢換取的「冠名權」與社會聲望，也是本場講座反覆出現的贊助對價核心。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17｜三位金主的細帳：一紙終身合約，各買到什麼</a:t>
            </a:r>
          </a:p>
          <a:p/>
          <a:p>
            <a:r>
              <a:t>【講稿】（停留約 70 秒）我們把這筆投資的細帳攤開來看，各位生意人一定看得津津有味。起因是 1808 年，拿破崙的弟弟開了年薪，要把貝多芬挖去卡塞爾當宮廷樂長；維也納三位貴族一急，聯手在 1809 年簽下一紙終身年金，把人綁在本地。這 4,000 弗洛林怎麼分？金斯基出最多、一千八，魯道夫大公一千五，洛布科維茨七百——一筆標準的「聯合投資」，風險跟冠名的光環大家一起分。那各自買到什麼？魯道夫大公，《皇帝》協奏曲、《大公三重奏》、《莊嚴彌撒》全題獻給他；洛布科維茨，《英雄》交響曲在他家首演、題獻給他。但各位注意這筆長約的下場：1811 年通貨膨脹讓年金縮水、金斯基 1812 年墜馬摔死、洛布科維茨破產——最後是魯道夫提高自己的份額扛住，貝多芬還得打官司，才保住這筆錢。這就是「簽長約」最真實、也最血淋淋的教材。</a:t>
            </a:r>
          </a:p>
          <a:p>
            <a:r>
              <a:t>【講義補充】</a:t>
            </a:r>
          </a:p>
          <a:p>
            <a:r>
              <a:t>- 為什麼要出手搶人：1808 年秋，拿破崙之弟、西發里亞國王熱羅姆·波拿巴（Jérôme Bonaparte）以年薪 600 杜卡特金幣邀貝多芬赴卡塞爾（Kassel）任宮廷樂長；貝多芬刻意在維也納放話願意接受，逼出本地貴族的反制報價。</a:t>
            </a:r>
          </a:p>
          <a:p>
            <a:r>
              <a:t>- 三家分攤 4,000 弗洛林：金斯基年 1,800、魯道夫 1,500、洛布科維茨 700（三家相加恰為 4,000）——這是一筆聯合投資（syndicate），風險、成本與冠名光環由三家分擔（據 Classic FM／Beethoven-Haus）。</a:t>
            </a:r>
          </a:p>
          <a:p>
            <a:r>
              <a:t>- 洛布科維茨換到什麼：他自 1796 年起養私人樂團、府邸設音樂廳；《第三號交響曲「英雄」》1804 年在他府邸首演並題獻給他，該廳因此被稱「英雄廳」（Eroica-Saal），且他在作品公開前握有數月獨家使用權——先聽、先掛名，正是贊助者的隱形特權。</a:t>
            </a:r>
          </a:p>
          <a:p>
            <a:r>
              <a:t>- 魯道夫換到什麼：他是皇帝法蘭茲一世最年幼的弟弟、也是貝多芬「唯一的作曲學生」；題獻給他的作品比給任何人都多，包括《第五號鋼琴協奏曲「皇帝」》、《大公三重奏》（Op. 97）、《莊嚴彌撒》、《告別奏鳴曲》。金主同時是門生與最大品牌代言人。</a:t>
            </a:r>
          </a:p>
          <a:p>
            <a:r>
              <a:t>- 投資的脆弱面：1811 年 2 月奧地利頒「財政令」，紙鈔貶為面額五分之一，年金實質購買力大縮水；洛布科維茨 1811 年 9 月起停付、財產遭託管；金斯基 1812 年墜馬身亡（得年約 31），年金一度斷炊，貝多芬須向其遺孀陳情，家族遲至 1815 年才恢復支付。</a:t>
            </a:r>
          </a:p>
          <a:p>
            <a:r>
              <a:t>- 誰扛住了：當另兩位金主陷入困境，魯道夫提高自己的份額以維持貝多芬的收入——這正是聯合贊助裡「主辦金主／領投人」的角色，也是這筆投資最終沒有爛尾的原因。</a:t>
            </a:r>
          </a:p>
          <a:p>
            <a:r>
              <a:t>- 給企業的一句話：贊助要簽長約、要綁定、要白紙黑字——但也要算進通膨、違約與意外，最好有一位扛得住的「領投金主」。</a:t>
            </a:r>
          </a:p>
          <a:p>
            <a:r>
              <a:t>- 📖 弗洛林／杜卡特：弗洛林（又稱古爾登）是當時奧地利通行的銀幣，4,000 弗洛林足以養活一位頂級作曲家一整年；杜卡特是幣值更高的金幣，西發里亞開的 600 杜卡特是相當優渥的挖角行情。</a:t>
            </a:r>
          </a:p>
          <a:p>
            <a:r>
              <a:t>- 📖 魯道夫大公（Archduke Rudolph，1788–1831）：奧地利皇室成員、貝多芬唯一的作曲學生兼最大贊助人，後升任紅衣主教；出資最少卻獲題獻最多，是「贊助換冠名」報酬率最高的範例。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18｜這筆贊助的「兩百年複利」</a:t>
            </a:r>
          </a:p>
          <a:p/>
          <a:p>
            <a:r>
              <a:t>【講稿】（停留約 70 秒）這筆贊助的複利，長到嚇人。《第九號交響曲》第四樂章那段〈歡樂頌〉（Ode to Joy，德文原意「快樂的頌歌」），1985 年，成了歐盟的盟歌——一段旋律，代表一整個歐洲。而在日本，每年底幾萬人一起合唱「第九」，是全民的年末儀式；其中大阪那場「萬人第九」，直到今天，都由企業冠名贊助。各位算算看：三位貴族兩百年前付的那筆錢，到今天還在替他們的名字「配息」，還在替現代企業創造冠名曝光。所以贊助最驚人的地方在這裡：你買的不是一次曝光，是一個世紀、甚至兩個世紀的品牌。</a:t>
            </a:r>
          </a:p>
          <a:p>
            <a:r>
              <a:t>【講義補充】</a:t>
            </a:r>
          </a:p>
          <a:p>
            <a:r>
              <a:t>- 這張延續前一張「題獻／年金」的主軸：對金主而言，贊助不是一次性花費，而是會「複利滾存」的品牌資產；三位貴族兩百年前的投資，至今仍在替他們的姓氏、以及現代冠名企業「配息」。</a:t>
            </a:r>
          </a:p>
          <a:p>
            <a:r>
              <a:t>- 三位金主與金額（呼應講稿「三位貴族付的那筆錢」）：1809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這筆錢的來龍去脈是一場「搶人保衛戰」：1808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Bonaparte）以年薪六百杜卡特（ducat）延攬貝多芬赴卡塞爾（Kassel）任宮廷樂長；三位貴族為把他留在維也納，聯手開出終身年金，唯一附帶條件是「不得擅離奧地利」，等於用錢把頂尖創作者綁在本地。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屆均由三得利獨家協贊），活動全名即冠上品牌；企業付錢，換到的是每年上萬人、全國轉播中反覆被口播的品牌名，這就是講稿說的「替現代企業創造冠名曝光」。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19｜郭德堡變奏曲：失眠伯爵的一筆私人委託</a:t>
            </a:r>
          </a:p>
          <a:p/>
          <a:p>
            <a:r>
              <a:t>【講稿】（停留約 85 秒）再看一位金主。有位俄國派駐薩克森的公使，凱瑟林克伯爵（Count Keyserlingk），長年失眠，他出錢請巴赫寫一組溫柔好聽的鍵盤曲，讓身邊一位年輕樂師夜裡彈給他聽助眠。各位聽出重點了嗎？第一，這是極致的客製化——為一位客戶的一個需求量身打造。第二，付錢的人買到了什麼？「名字」。曲子明明是巴赫寫的，可是兩百多年來，全世界都叫它「郭德堡」——郭德堡（Goldberg）就是伯爵身邊那位樂師的名字，因為這部作品，被永遠寫進了歷史。順帶送各位一個很實用的點：這首曲子當年就是為了「靜心助眠」而生的，規律、清澈、不吵。所以我會說，它是最適合各位企業領導者的一首曲子——高壓時用它沉澱思緒、紓解壓力，要專注決策時用它把腦子清乾淨。現在請聽開頭這段詠嘆調（Aria），今天的主打聆聽第一首。</a:t>
            </a:r>
          </a:p>
          <a:p>
            <a:r>
              <a:t>【講義補充】</a:t>
            </a:r>
          </a:p>
          <a:p>
            <a:r>
              <a:t>- 這位金主全名凱瑟林克伯爵（Count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掏錢與掛名，份量自然不同。</a:t>
            </a:r>
          </a:p>
          <a:p>
            <a:r>
              <a:t>- 這筆私人委託之所以值得企業家細看，是因為金主先前早已替巴赫「辦成一件大事」：1733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日巴赫才終於獲薩克森選帝侯兼波蘭國王腓特烈．奧古斯特二世（即奧古斯特三世）頒授「宮廷作曲家」（Hofcompositeur）名銜。金主真正的價值，往往不在單筆訂單，而在替你打通關節。</a:t>
            </a:r>
          </a:p>
          <a:p>
            <a:r>
              <a:t>- 對照前面幾站的贊助模式——梅迪奇之於歌劇、埃斯特哈齊之於海頓——凱瑟林克示範的是「人脈型贊助」：出錢只是一部分，替藝術家背書、引薦、向王室掛保證，才是更稀缺、更難買的資源。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金主；反過來說，這也讓「金主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年他頂多約十四歲：金主花錢養的一名家臣樂師，只因掛在這部作品上，名字被全世界記了兩百多年，這正是講稿第二個重點「付錢的人買到什麼」的極端範例。</a:t>
            </a:r>
          </a:p>
          <a:p>
            <a:r>
              <a:t>- 付錢者身邊人的名字，因一部不屬於他、卻與他相連的作品而不朽。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20｜郭德堡是誰？出錢的是伯爵，留名的卻是樂師</a:t>
            </a:r>
          </a:p>
          <a:p/>
          <a:p>
            <a:r>
              <a:t>【講稿】（停留約 60 秒）這部作品的名字，藏著一個對出錢的人很有意思的故事。出錢的金主，是俄國派駐薩克森的凱瑟林克伯爵，長年失眠。相傳他出錢請巴赫寫一組溫柔的鍵盤曲，讓身邊一位年輕樂師夜裡彈給他聽助眠。可是各位注意——這部曲子後來卻不叫「凱瑟林克」，而叫「郭德堡」。郭德堡是誰？是伯爵府裡那位約莫十四歲的年輕鍵盤手、巴赫的學生。於是最妙的一幕發生了：出錢的伯爵沒留下名字，反倒是他身邊那位家臣樂師，因為這部不屬於他、卻與他相連的作品，被全世界記了兩百多年。付錢的人買到什麼？有時候，連身邊人的名字，都一起變成了不朽。</a:t>
            </a:r>
          </a:p>
          <a:p>
            <a:r>
              <a:t>【講義補充】</a:t>
            </a:r>
          </a:p>
          <a:p>
            <a:r>
              <a:t>- 金主全名凱瑟林克伯爵（Count Hermann Carl von Keyserlingk，1697–1764），俄羅斯帝國派駐薩克森選帝侯宮廷（德勒斯登）的常任公使；長期定居、握有實權的外交大員，這樣的人願意掏錢與掛名，份量自然不同。</a:t>
            </a:r>
          </a:p>
          <a:p>
            <a:r>
              <a:t>- 曲名裡的「郭德堡」指約翰·哥特利布·郭德堡（Johann Gottlieb Goldberg，1727–1756），伯爵府裡供養的年輕鍵盤好手、巴赫的學生，1741 年他頂多約十四歲——金主花錢養的一名家臣樂師，只因掛在這部作品上，名字被全世界記了兩百多年。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金主更深一層的價值：據載凱瑟林克曾替巴赫關說，促成他 1736 年獲薩克森選帝侯頒「宮廷作曲家」（Hofcompositeur）名銜——金主真正的價值，往往不在單筆訂單，而在替你打通關節。</a:t>
            </a:r>
          </a:p>
          <a:p>
            <a:r>
              <a:t>- 📖 凱瑟林克伯爵（Count Keyserlingk）：俄國駐薩克森公使、巴赫的贊助者與引薦人；他出錢委託卻未留名於曲名，正是「付錢者買到什麼」最耐人尋味的一則。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21｜葛雷夫勒女伯爵：出錢的贊助者，被藝術寫成傳奇</a:t>
            </a:r>
          </a:p>
          <a:p/>
          <a:p>
            <a:r>
              <a:t>【講稿】（停留約 65 秒）先認識這位金主本人——葛雷夫勒女伯爵。她是巴黎社交圈公認的「女王」，以絕世美貌與品味聞名；而她贊助的底氣，來自夫家——當時法國最富有的銀行世家之一。佛瑞還是個掙扎中的年輕作曲家時，是她把他引進巴黎最高的社交圈，讓他當上自己沙龍的音樂總監。佛瑞感激到什麼程度？他直接稱這位女伯爵是自己的「巴伐利亞國王」——就是我們前面講過、那位砸錢供養華格納的路德維希二世。而她的影響力遠不只佛瑞一人：她把華格納正式引進法國、當俄羅斯芭蕾舞團的金主、甚至資助居禮夫人的鐳研究。頂級的贊助者，影響力是全方位的。</a:t>
            </a:r>
          </a:p>
          <a:p>
            <a:r>
              <a:t>【講義補充】</a:t>
            </a:r>
          </a:p>
          <a:p>
            <a:r>
              <a:t>- 完整身分：伊麗莎白·葛雷夫勒（Élisabeth Greffulhe，本姓 de Riquet de Caraman-Chimay，1860–1952），出身古老貴族，被稱為巴黎福布爾聖日耳曼區沙龍的「女王」，以絕世美貌與品味聞名。</a:t>
            </a:r>
          </a:p>
          <a:p>
            <a:r>
              <a:t>- 贊助底氣來自夫家：丈夫亨利·葛雷夫勒伯爵（1848–1932）出身比利時銀行世家，據載是當時法國最富有的男子之一——是銀行家族的錢，撐起她替音樂家開路的能力。</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Bavière）：直接把她比作砸錢供養華格納的路德維希二世，等於公開承認「她之於我，就是華格納之於那位國王」。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影響力全方位：她創辦並主持「法國大型音樂會社」（1890–1913）、把《諸神的黃昏》《崔斯坦與伊索德》引進法國首演、是狄亞吉列夫（Diaghilev）俄羅斯芭蕾舞團的重要金主（促成《春之祭》1913 首演），甚至資助居禮夫人的鐳研究與布朗利的無線電研究（據 Wikipedia）。</a:t>
            </a:r>
          </a:p>
          <a:p>
            <a:r>
              <a:t>- 📖 葛雷夫勒女伯爵：憑財富與社交地位「開門」的典型贊助者，決定哪些藝術家能進入巴黎上流圈、哪些作品能被演出被看見；普魯斯特以她為藍本，塑造出《追憶似水年華》的蓋爾芒特公爵夫人。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22｜佛瑞與女伯爵：贊助者，因藝術而不朽</a:t>
            </a:r>
          </a:p>
          <a:p/>
          <a:p>
            <a:r>
              <a:t>【講稿】（停留約 75 秒）不朽之名這一樣，也有女性金主的漂亮示範。法國作曲家佛瑞（Fauré）年輕、還在掙扎的時候，有位葛雷夫勒女伯爵（Comtesse Greffulhe）把他引進了巴黎最高的社交圈。佛瑞最美的一首《帕凡舞曲》（Pavane），就是為她的沙龍而寫、題獻給她的。各位看這筆交易：女伯爵出資、給機會、給舞台；而佛瑞——還有把她寫進小說的大文豪普魯斯特——讓這位女伯爵的名字，永遠被後世記得。這就是贊助最美的回報：出錢的人，因為藝術，名留青史。錢會花完，但這種「不朽」，買不到、也搶不走。我們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這位金主的完整身分：瑪麗·阿納托爾·路易絲·伊麗莎白·葛雷夫勒（Marie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年成婚。換言之，是銀行家族的錢，撐起了她替音樂家開路的能力。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Bavière）——直接把她比作當年砸錢供養華格納（Richard Wagner）的路德維希二世（Ludwig II），等於公開承認：她之於我，就是華格納之於那位國王。這正呼應全片一再出現的「金主造就作曲家」主題。</a:t>
            </a:r>
          </a:p>
          <a:p>
            <a:r>
              <a:t>- 看清這筆交易的兩端：女伯爵付出的是金錢、機會與舞台；她換到的，是被佛瑞題獻、又被大文豪普魯斯特（Marcel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Montesquiou）。金主不只出錢，還親自參與作品的呈現方式。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Russes）的重要金主，並促成史特拉汶斯基（Igor Stravinsky）《春之祭》（The Rite of Spring）於 1913 年 5 月的首演。</a:t>
            </a:r>
          </a:p>
          <a:p>
            <a:r>
              <a:t>- 她的「金主」角色甚至跨出藝術界：據 Wikipedia，她也資助居禮夫人（Marie Curie）的鐳研究院，以及物理學家布朗利（Édouard Branly）的無線電研究——說明頂級贊助者的影響力是全方位的。</a:t>
            </a:r>
          </a:p>
          <a:p>
            <a:r>
              <a:t>- 最終的收支表：錢會花完、莊園會易主，但佛瑞給了她音樂上的不朽、普魯斯特給了她文學上的不朽。同一位出資者，被兩種藝術牢牢記住——這就是「因藝術而不朽」的實例。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題獻（dedication）：在樂譜扉頁把作品「獻給」某人；當時＝作曲家回報金主、攀附權貴或表達敬意的正式方式，被題獻者的名字因此與作品綁在一起、隨作品流傳後世。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Bavaria，1845–1886）：狂熱迷戀華格納、傾國庫供養其歌劇與拜羅伊特劇院的德意志君主，是音樂史上「散財金主」的代名詞；佛瑞用他來比喻女伯爵，是把她抬到「華格納級金主」的高度。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Guermantes），讓這位金主在文學史上一併不朽。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23｜梵谷與西奧：一個人的長期贊助，養出一位大師</a:t>
            </a:r>
          </a:p>
          <a:p/>
          <a:p>
            <a:r>
              <a:t>【講稿】（停留約 70 秒）不朽之名的最後一個故事，格局最小，卻最動人。梵谷（Van Gogh）生前幾乎賣不掉畫，那他靠什麼活？靠他弟弟西奧（Theo），一位巴黎畫商，從 1882 年起，按月匯錢養著他。重點是西奧自己說的一句話：「我把給他的錢，視為他工作的報酬。」不是施捨，是報酬——這正是我們今天要一直強調的「對等」。一個人的長期、穩定贊助，養出了一位定義時代的大師。所以請各位破除一個迷思：當金主，不一定要是豪門。梅迪奇可以是一個銀行王朝，也可以只是一個相信家人的弟弟。這句話，請記到今天最後。</a:t>
            </a:r>
          </a:p>
          <a:p>
            <a:r>
              <a:t>【講義補充】</a:t>
            </a:r>
          </a:p>
          <a:p>
            <a:r>
              <a:t>- 這一站刻意把鏡頭對準「金主」西奧：一位巴黎畫商，用長期、穩定、按月的現金流，獨力孵出一位定義時代的大師——證明贊助的關鍵從來不是財力大小，而是「持續」與「對等」。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Gogh，1853–1890）的錢視為梵谷工作的報酬、是他掙來的；這正是本場一再強調的「對等」原則的最佳注腳。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對價安排很明確：梵谷把畫寄給西奧，西奧可自由處置與販售——等於一種「預付薪資＋作品歸出資者」的委任關係，而不是單向接濟；梵谷本人也堅持要把這筆錢當成「掙來的收入」看待。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這筆錢有多重？據梵谷博物館，100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破除「金主＝豪門」的迷思：對照本場前面登場的梅迪奇銀行王朝（Medici），這裡的金主只是一個相信家人的弟弟——規模天差地遠，但「長期、對等」的機制卻一模一樣。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Gogh，1857–1891）：文森·梵谷的弟弟、本場的「金主」；巴黎畫商，古庇公司巴黎分店經理，是哥哥終生唯一固定的出資者與精神支柱，兩人往來書信也成為研究梵谷的第一手史料。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24｜第四樣：聖地與冠名</a:t>
            </a:r>
          </a:p>
          <a:p/>
          <a:p>
            <a:r>
              <a:t>【講稿】（停留約 25 秒）第四樣回報，最有氣派，也最有機會被各位複製——聖地與冠名。意思是：出錢蓋一座殿堂，把你的名字，刻進一座城市的天際線。這座殿堂，會自己增值，會在你不在的幾十年後，還天天替你說話。</a:t>
            </a:r>
          </a:p>
          <a:p>
            <a:r>
              <a:t>【講義補充】</a:t>
            </a:r>
          </a:p>
          <a:p>
            <a:r>
              <a:t>- 第四樣回報：聖地與冠名——用一筆錢蓋一座殿堂，把名字刻進一座城市的天際線；建築不會退休、不會跳槽，幾十年後仍每天替出資者說話，而且會自己增值。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拜羅伊特節慶劇院（呼應浪漫站）：這是「一位金主蓋一整座劇院、只為一位作曲家」的極端案例，出資者是巴伐利亞國王路德維希二世。1872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金主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金主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1886）：巴伐利亞國王，華格納最大的王室金主，也因大興新天鵝堡等宮殿而被稱「童話國王」；當時＝動用國庫替一位作曲家蓋劇院的贊助者。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25｜拜羅伊特：一位國王，砸錢蓋一座「聖地」</a:t>
            </a:r>
          </a:p>
          <a:p/>
          <a:p>
            <a:r>
              <a:t>【講稿】（停留約 85 秒）這個故事，根本就是十九世紀版的「新創燒錢 × 天使投資」。作曲家華格納（Wagner）有個瘋狂的夢：為自己一齣長達 14 小時的歌劇，蓋一座專屬劇院。這要花天文數字。但他遇到了完美的金主——1864 年，巴伐利亞國王路德維希二世（Ludwig II）成了他近乎無上限的「天使投資人」（天使投資人，就是在一個案子最早、最燒錢、最沒人敢投的時候，就砸大錢進來的金主）。國王出資，讓華格納自建了拜羅伊特節慶劇院（Bayreuth Festspielhaus），連樂池都是隱藏式、下沉的，讓觀眾完全沉浸。1876 年首屆音樂節，全歐洲名流朝聖。結果呢？他把德國一座本來沒沒無聞的小鎮拜羅伊特，變成了全球樂迷心中的「麥加」、非去朝聖一次不可的聖地。這對應我們待會兒的企業提案第 3 點：把場館、把音樂節，做成一個 iconic 的品牌。</a:t>
            </a:r>
          </a:p>
          <a:p>
            <a:r>
              <a:t>【講義補充】</a:t>
            </a:r>
          </a:p>
          <a:p>
            <a:r>
              <a:t>- 這場「新創燒錢×天使投資」的主角，是巴伐利亞國王路德維希二世（Ludwig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日兩人在慕尼黑王宮（Residenz）密談約一又四分之三小時，國王當場承諾替他清償鉅額債務、供養他、並包辦上演他所有計畫中的歌劇——史上「金主一次見面就決定全投」的極致案例。</a:t>
            </a:r>
          </a:p>
          <a:p>
            <a:r>
              <a:t>- 這筆錢先救活了「產品」：靠國王出資，《崔斯坦與伊索德》（Tristan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金主到底換到什麼？路德維希二世的名字從此與這座「聖地」永久綁定；他一生還砸錢蓋了新天鵝堡（Schloss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在位），華格納最重要的贊助者；當時＝一位極度愛美、揮金如土的年輕君主，也是史上最接近「無上限天使投資人」的王室金主。</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investor）：在一個案子最早、最燒錢、風險最高、最沒人敢投的時候，就砸大錢進來的金主，換取未來的巨大回報或影響力；路德維希二世對華格納正是這種角色。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26｜卡內基音樂廳：賣鋼鐵的錢，換一座以你為名的殿堂</a:t>
            </a:r>
          </a:p>
          <a:p/>
          <a:p>
            <a:r>
              <a:t>【講稿】（停留約 70 秒）把冠名場館玩到最經典的，是鋼鐵大王卡內基（Andrew Carnegie）。1891 年，紐約的卡內基音樂廳（Carnegie Hall）落成，全額出資的就是他；開幕那一夜，登台的是大作曲家柴可夫斯基——氣派一次到位。各位體會一下這筆交易：卡內基把賣鋼鐵賺來的錢，換成了一座以他為名的頂級殿堂。一百多年過去，「卡內基」這三個字，已經等於全世界音樂家最想站上的舞台——一個表演者能說出「我在卡內基演出過」，是無上的榮耀。這就是冠名場館的威力：你出一次錢，這座殿堂就永遠掛著你的名字，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請企業主體會這筆「開幕卡司」的算計：搬來當時歐洲最紅的作曲家柴可夫斯基坐鎮，等於用一線名人替新場館背書、一次把國際聲量拉滿；花錢冠名之外，還懂得花錢辦一場讓全城談論的開幕。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卡內基的錢從何而來，說穿了就是「把賣鋼鐵的巨富換成一座文化地標」：1901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與本片其他站呼應：這是「以贊助者之名冠場館」的又一經典，前有華格納在巴伐利亞國王路德維希二世金援下建成的拜羅伊特節慶劇院，遠有埃斯特哈齊親王供養海頓的宮廷樂團，出錢的人名字都寫進了殿堂。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砸錢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Tuthill）：卡內基音樂廳的建築師，本身是業餘大提琴家、紐約神劇協會董事，設計出音響極佳的義大利文藝復興式廳堂。當時＝橫跨音樂與建築的內行人，讓金主的錢花在對的聲學上。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序曲》的作者，開幕週應邀來美完成美國首演。當時＝歐洲最炙手可熱的活作曲家、開幕夜花錢請來替新殿堂背書的最大招牌。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Society）：促成建廳的兩個駐廳音樂團體，正是它們的需求與人脈牽起了金主卡內基。當時＝把出錢的富豪與需要場館的音樂界撮合起來的推手。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27｜三得利音樂廳：威士忌企業的「音之寶石盒」</a:t>
            </a:r>
          </a:p>
          <a:p/>
          <a:p>
            <a:r>
              <a:t>【講稿】（停留約 55 秒）這個模式，亞洲的企業也玩得很漂亮。1986 年，日本的三得利（Suntory）——一家做威士忌的企業——在東京蓋了三得利音樂廳。指揮大師卡拉揚（Herbert von Karajan）親口稱它是「音之寶石盒」。各位想想：一家賣酒的公司，靠一座音樂廳，就把自己的品牌，和「頂級文化」永久綁在了一起。從此你聽到「三得利」，腦中浮現的不只是威士忌，還有世界一流的音樂。這就是亞洲企業版的卡內基：用一座殿堂，替品牌鍍上文化的金身。</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DNA，從跨足啤酒到蓋音樂廳都是同一種賭性——企業願意把錢押在沒把握、但能長期加分的事情上，音樂廳就是最貴的一次「做做看」。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style）；企業出錢、大師出品味，這種「金主＋權威共同掛保證」的組合，正是贊助換到信任感的關鍵。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年出資興建）：三得利做的正是「亞洲企業版的卡內基」——用一座殿堂，替品牌鍍上文化的金身。從卡內基到三得利，跨越一個世紀、橫跨美日，金主用場館換文化威望的公式一模一樣。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28｜迪士尼音樂廳：一筆捐款，一座城市地標</a:t>
            </a:r>
          </a:p>
          <a:p/>
          <a:p>
            <a:r>
              <a:t>【講稿】（停留約 55 秒）再看一個當代的例子。洛杉磯的迪士尼音樂廳（Walt Disney Concert Hall），2003 年啟用。它是怎麼來的？迪士尼的遺孀莉莉安·迪士尼（Lillian Disney），1987 年捐了五千萬美元起建，交給建築大師蓋瑞（Frank Gehry）設計。今天，那棟閃亮的金屬曲面建築，成了整個洛杉磯的城市地標和觀光名片，掛著「迪士尼」的名字。從卡內基、三得利到迪士尼，你會發現一個共同點：企業出資蓋一座殿堂，換到的，是把名字刻進城市的天際線和文化史——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Carnegie）出資興建並冠名——十九世紀「企業家出錢、把姓氏變成文化品牌」的原型。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29｜第五樣：人才與凝聚</a:t>
            </a:r>
          </a:p>
          <a:p/>
          <a:p>
            <a:r>
              <a:t>【講稿】（停留約 25 秒）第五樣回報，比較內向，但對經營一家公司極重要——人才與凝聚。長期養一支團隊、蓋一座舞台，換到的不只是面子，還有人才、研發，和整個組織的向心力。這一樣，兩百多年前有一位親王，示範得淋漓盡致。</a:t>
            </a:r>
          </a:p>
          <a:p>
            <a:r>
              <a:t>【講義補充】</a:t>
            </a:r>
          </a:p>
          <a:p>
            <a:r>
              <a:t>- 第五樣回報：人才與凝聚（向心力）。對出錢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蓋一座舞台：主要金主尼古勞斯一世親王（Nikolaus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Wikipedia／Britannica，十八世紀匈牙利最富有、最有權勢的貴族世家之一，效忠哈布斯堡皇室、坐擁大片領地；當時＝以贊助建築、美術與音樂聞名的「超級金主」，海頓即其支薪家臣。</a:t>
            </a:r>
          </a:p>
          <a:p>
            <a:r>
              <a:t>- 📖 樂長（Kapellmeister）：德文原意「樂隊的長」；當時＝統管一位貴族或教會全部音樂事務的宮廷樂團總監，身兼作曲家與人事主管，是受雇於金主的高階「音樂員工」職位，而非自由接案的藝術家。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年之作；當時＝海頓替團隊向金主「委婉陳情」的手段，也是後世傳頌的勞資對等佳話。此故事由海頓晚年口述給傳記作者狄斯（Dies）與格里辛格（Griesinger），親王反應等細節帶軼事性質（相傳）。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30｜埃斯特哈齊親王：花錢養一座「私人研發中心」</a:t>
            </a:r>
          </a:p>
          <a:p/>
          <a:p>
            <a:r>
              <a:t>【講稿】（停留約 75 秒）匈牙利的埃斯特哈齊（Esterházy）親王，就是一位把「養音樂」當長期投資的貴族企業家。他蓋了一座莊園，人稱「匈牙利的凡爾賽」，裡面歌劇院、劇場、音樂廳一應俱全——等於替自己蓋了一座私人研發中心，兼門面工程：撐排場、招待貴賓、凝聚整個宮廷的聲望，全包了。他長期供養一整支樂團。有意思的是，親王自己愛玩一種冷門的低音樂器叫巴里頓琴（baryton，一種音色特殊、很難演奏的古樂器），樂團就得為它量身打造上百首曲子——你看，金主的品味，直接決定了研發方向。這筆投資的回報是什麼？「埃斯特哈齊」這個姓氏，兩百多年後的今天，我們還在講。這也正是等一下企業提案的第 1 點：長期穩定資助，加上一座能養創新的場館。</a:t>
            </a:r>
          </a:p>
          <a:p>
            <a:r>
              <a:t>【講義補充】</a:t>
            </a:r>
          </a:p>
          <a:p>
            <a:r>
              <a:t>- 主角這位金主：尼古拉一世·埃斯特哈齊親王（Nikolaus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人。金主給的不只薪水，還有「充足排練時間、足以挖角頂尖樂手的薪資水準、完整的藝術主導權」——這正是稍後提案第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年，職涯與金主深度綁定。</a:t>
            </a:r>
          </a:p>
          <a:p>
            <a:r>
              <a:t>- 金主品味＝研發方向（本張核心軼事）：親王本人熱愛冷門低音樂器巴里頓琴，1765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這筆錢買到什麼回報：不是短期收益，而是兩百多年後我們仍在唸的「埃斯特哈齊」這個姓氏，加上一整批傳世曲目——品牌永續與智慧財產的雙重報酬。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年一過世，繼位的兒子安東（Anton）立刻被迫撙節、解散大半樂團，偏僻的莊園也隨之閒置。提醒企業：贊助要「可持續」，光靠單一金主的個人熱情，人走茶就涼。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31｜第六樣：國家與企業的形象</a:t>
            </a:r>
          </a:p>
          <a:p/>
          <a:p>
            <a:r>
              <a:t>【講稿】（停留約 30 秒）第六樣回報，也是各位最關心的一樣——形象。音樂，能替一個國家、一家企業，寫下一種難以複製的「氣質」。這股氣質，可以是一個國家的凝聚力（國力），可以是一個地方的觀光財（國家形象），也可以是一個品牌讓人想靠近的質感（企業品牌）。接下來，我從國家一路講到你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站在出錢的金主這一邊看，形象是最划算的回報——別人可以抄產品、砍價格，卻抄不走你長年贊助音樂累積出來的「氣質資產」。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年成為商標，三芒星標誌象徵陸、海、空全面動力化。講稿借「賓士」當「讓人想靠近的質感」的代名詞——說明品牌形象一旦立住，就成了消費者願意多付錢、也主動靠近的無形資產。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32｜大衛《拿破崙加冕》：國家花錢，買一張形象</a:t>
            </a:r>
          </a:p>
          <a:p/>
          <a:p>
            <a:r>
              <a:t>【講稿】（停留約 70 秒）先看國家怎麼花錢買形象。1804 年，拿破崙（Napoléon）當上皇帝，下令委託畫家大衛（Jacques-Louis David）畫下他的加冕大典，還封他為「皇帝首席畫師」——這是一件不折不扣的國家級形象工程。而且這位甲方改稿改得理直氣壯：他的母親其實因家族失和沒出席，卻被要求畫進正中央最尊貴的包廂；教皇原本像個旁觀者，拿破崙看了畫室之後，要求改成「舉手祝福」的姿勢。報酬呢？大衛自估十萬法郎，最後實收六萬五——強勢甲方殺價，兩百年前就這樣。但反過來說，也正是這筆國家委託，讓這幅畫永遠掛進了羅浮宮。出錢的拿破崙，買到的是一整個帝國的「國家形象」。</a:t>
            </a:r>
          </a:p>
          <a:p>
            <a:r>
              <a:t>【講義補充】</a:t>
            </a:r>
          </a:p>
          <a:p>
            <a:r>
              <a:t>- 這是「國家花錢買形象」的教科書級案例：出資方是新生的法蘭西帝國與皇帝本人，買到的不只是一幅畫，而是一份可傳世的政權合法性視覺文件。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l'Empereur），等於把帝國美術宣傳的最高職位、獨占地位一併交出去——強勢金主給的不只是錢，還有名分。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Versailles）。出錢的皇帝，買到的是兩百年不下架的帝國形象。</a:t>
            </a:r>
          </a:p>
          <a:p>
            <a:r>
              <a:t>- 與本講其他站的呼應：這和梅迪奇（Medici）資助歌劇、埃斯特哈齊（Esterházy）供養海頓是同一套邏輯——金主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甲方：中文商場口語，指「出錢下訂單、握最終決定權的委託方／業主」；此處＝出資的拿破崙與國家，對照「乙方」＝執行的畫家大衛。</a:t>
            </a:r>
          </a:p>
          <a:p>
            <a:r>
              <a:t>- 📖 大衛（Jacques-Louis David，1748–1825）：法國新古典主義代表畫家，大革命與拿破崙時期的官方畫家；在本片視角下＝金主指定的形象工程執行者。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33｜德拉克洛瓦《自由引導人民》：國家花三千法郎，買一份認同</a:t>
            </a:r>
          </a:p>
          <a:p/>
          <a:p>
            <a:r>
              <a:t>【講稿】（停留約 65 秒）國家買形象，還有另一種——買「認同」。1830 年七月革命之後，法國政府用三千法郎，買下畫家德拉克洛瓦（Delacroix）的《自由引導人民》。這幅畫的政治訊息太強烈，掛沒多久就被收起來，一直到 1874 年才正式進羅浮宮。可是後來它翻身了：它被印上法國一百法郎的紙鈔，全國人每天摸著它過日子，變成了國家的視覺識別。各位看，政府買畫、企業贊助，買的其實是同一樣東西——認同。一幅畫、一段音樂，一旦綁上了群眾的情感，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這張延續上一張「國家買形象」的邏輯，換一個更高階的版本：政府採購藝術，買下的不是一塊畫布，而是把一段集體記憶收編成官方認同，德拉克洛瓦這幅畫正是「金主用小錢買下大象徵」的教科書級案例。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法郎買畫、企業掏錢贊助，買的其實是同一樣東西，就是「認同」；一旦作品綁上群眾情感，它的價值就再也不是當初那筆錢能衡量，這正是贊助長期累積出來的複利。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34｜威爾第：用一首歌，凝聚一個國家（音樂＝國力）</a:t>
            </a:r>
          </a:p>
          <a:p/>
          <a:p>
            <a:r>
              <a:t>【講稿】（停留約 75 秒）現在把層次拉高到「國力」。十九世紀的義大利，四分五裂、國勢衰弱，還被外國統治著。但作曲家威爾第（Verdi）的歌劇，讓全民因為音樂而振奮。他的歌劇《那布果》（Nabucco）裡有一首〈Va, pensiero〉，是一群被擄的奴隸思念祖國的大合唱。這首歌，成了義大利統一運動（Risorgimento，義大利文「復興」的意思）的非官方國歌。當時外國政府嚴密審查，義大利人不能公開喊獨立，於是他們就高喊「Viva VERDI」——表面上是「威爾第萬歲」，其實 VERDI 這五個字母，是「義大利國王萬歲」那句話的縮寫暗號。你看，一段旋律，凝聚了一個還沒統一的國家。這，就是音樂的國力。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給企業的一句話：威爾第的例子證明，好內容的最高報酬不只是票房，而是「被一整個民族當成自己的聲音」；這種品牌高度金錢買不到，卻能靠押對內容換到。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35｜普契尼：作曲家替國家寫下觀光財（音樂＝國家形象）</a:t>
            </a:r>
          </a:p>
          <a:p/>
          <a:p>
            <a:r>
              <a:t>【講稿】（停留約 75 秒）國家形象，還能直接變成觀光財。義大利作曲家普契尼（Puccini）的歌劇，就替一個個地方帶來實實在在的觀光收入。他的《蝴蝶夫人》故事發生在日本長崎，結果長崎的哥拉巴園，就因為這齣歌劇成了「蝴蝶夫人之家」，變成景點，一年吸引近兩百萬訪客；他的《托斯卡》把羅馬的地標寫成歌劇場景，這些地標就變成樂迷的朝聖點。各位聽出來了嗎？一個地方的觀光財，很多時候是作曲家替它寫出來的——音樂替一座城市寫下難以複製的氣質，然後這股氣質，能一直收門票、一直帶客人。對品牌來說也一樣：找對的音樂，能替你寫下一張讓人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36｜德布西＋Chanel：法國浪漫，成了精品廣告的配方</a:t>
            </a:r>
          </a:p>
          <a:p/>
          <a:p>
            <a:r>
              <a:t>【講稿】（停留約 70 秒）再舉一個各位一定有感的例子。我們一想到法國，就想到「浪漫」——這股印象是怎麼來的？很大一部分，是作曲家德布西（Debussy）替它寫的。他的《月光》《海》《牧神的午後》，把「法式浪漫」變成了一種全世界都認得、都嚮往的氣質。各位注意：一個國家的形象，可以由作曲家一筆一筆寫出來；而「形象」，就是最值錢的觀光與品牌資產。而且這股形象，兩百年後被精品品牌直接借走——各位今天進場時聽到的德布西《月光》，正是香奈兒 Chanel No.5 那支「史上最貴香水廣告」用的配樂：2004 年由 Baz Luhrmann 執導、Nicole Kidman 主演，造價約 3,300 萬美元。香奈兒賣的不是香水的成分，是德布西替法國寫下的那種高雅。這，就是形象資產最值錢的地方。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「形象」是最值錢的無形資產：一個國家（或一個品牌）一旦被認定「＝浪漫、＝精緻」，觀光、時尚、精品、餐飲全都能坐享這股溢價，而且對手很難模仿、更奪不走——這是本張要企業家帶走的核心。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power）：指一個國家「靠吸引、而非強迫」去影響他人的能力，來源包括文化、藝術、價值觀；它看不見卻極值錢，是無形資產的一種。法國的浪漫形象就是教科書級的軟實力。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錢正是形象資產的股息。</a:t>
            </a:r>
          </a:p>
          <a:p>
            <a:r>
              <a:t>- 精品直接借走這股形象：香奈兒 Chanel No.5《The Film》（2004，Baz Luhrmann 執導、Nicole Kidman 主演）用德布西《月光》當配樂，造價約 3,300 萬美元，是「史上最貴的香水廣告」。品牌花的錢不是買旋律，而是買德布西替法國累積兩百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37｜英國航空借〈花之二重唱〉，把機位變成精品（音樂＝企業品牌）</a:t>
            </a:r>
          </a:p>
          <a:p/>
          <a:p>
            <a:r>
              <a:t>【講稿】（停留約 80 秒）從國家講回各位最關心的——企業品牌。頂級品牌很懂一件事：借一段古典音樂，就能替冷冰冰的產品鍍上一層「格調」，把「功能」變成「身分」。最經典的例子，是英國航空（British Airways）。他們 1989 年那支經典廣告《Face》，用的是法國作曲家德利伯（Léo Delibes）歌劇《拉克美》裡的〈花之二重唱〉。一段本來相當冷門的詠嘆調，被英航一用，就用了三十五年——2019 年百週年還特地重新編曲。各位想想：這等於把「選對一首曲子」變成一筆會增值的品牌資產，比很多硬體都耐用。而且這招到處都是：Stella Artois 用威爾第、De Beers 用 Jenkins、飛雅特用羅西尼——古典音樂，是最省力的「格調外掛」。我們就聽這段被英航用了三十五年的旋律。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38｜奇美：許文龍，台灣的梅迪奇（音樂＝企業品牌）</a:t>
            </a:r>
          </a:p>
          <a:p/>
          <a:p>
            <a:r>
              <a:t>【講稿】（停留約 80 秒）看完國際品牌，我要給各位一個台灣自己的例子，而且是最漂亮的一個——奇美（Chimei）。奇美的創辦人許文龍先生，做的是石化、電子這些「硬邦邦、不起眼」的生意。如果他沒有做接下來這件事，大家對奇美的印象，可能就只是冷冰冰的塑膠和面板。但他做了什麼？他收藏了全世界數量最多的名琴，蓋了一座奇美博物館。結果現在你一想到奇美，畫面裡不再只有電視和塑膠，而是滿滿的藝術氣息。這，就是台灣自己的梅迪奇：用藝術，把整家企業的形象，整個往上升了一級。而且這個例子最貼近各位——你不必在歐洲、不必是貴族，一位台灣的企業家，就在台南，做到了。我們來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Wen-long）：奇美集團創辦人、藝術贊助人，台南農工化工科出身，自學拉小提琴，主張「賺錢是追求幸福的手段」、「有錢沒文化叫土」，是本張所謂「台灣的梅迪奇」本尊。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39｜奇美的高招：把價值連城的名琴，免費借出去</a:t>
            </a:r>
          </a:p>
          <a:p/>
          <a:p>
            <a:r>
              <a:t>【講稿】（停留約 70 秒）奇美還有一步棋，特別高明，值得各位學起來。他不只是把名琴收藏起來擺著看——他把價值連城的史特拉底瓦里（Stradivari，史上最頂級的小提琴品牌）名琴，免費借給頂尖的音樂家使用。從台灣之光曾宇謙，到國際大師馬友友（Yo-Yo Ma），這些名家在世界各大舞台上拉的那把琴，掛著的是「奇美」的名字。各位算算這筆帳：一把琴借出去，換來的是全球最高規格的舞台上、源源不絕的品牌曝光與好感。這就是「以藝術養品牌」最聰明的槓桿——你不必自己上台，讓世界級的大師，替你發光。</a:t>
            </a:r>
          </a:p>
          <a:p>
            <a:r>
              <a:t>【講義補充】</a:t>
            </a:r>
          </a:p>
          <a:p>
            <a:r>
              <a:t>- 奇美免費出借名琴給頂尖音樂家（曾宇謙、馬友友等）——但真正的高招不在「買」而在「借」：不把琴鎖進恆溫櫃，而是送到年輕演奏家手上，讓琴替奇美上台。</a:t>
            </a:r>
          </a:p>
          <a:p>
            <a:r>
              <a:t>- 幕後金主是奇美集團創辦人許文龍（Hsu Wen-lung）：1960 年創立奇美實業，把它做成全球最大的 ABS 樹脂廠、有「台灣壓克力之父」之稱，再把石化生意賺來的錢，砸進全世界規模最大的私人提琴收藏——這是一個「先有企業、才有收藏」的贊助故事。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對出錢的一方，這是「以藝術養品牌」最省力的槓桿：一把不必自己上台的琴，換來世界級舞台上、由頂尖大師之手源源不絕的品牌曝光與好感度——企業不必親自演出，讓大師替你發光。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40｜台灣的贊助廠商：不只奇美</a:t>
            </a:r>
          </a:p>
          <a:p/>
          <a:p>
            <a:r>
              <a:t>【講稿】（停留約 65 秒）我特別要跟在座各位台灣的企業家說：這不是遙遠的歐洲故事，台灣早就有一批企業，在當「現代的梅迪奇」，奇美只是最亮眼的那一個。台積電的文教基金會，長年支持藝文和音樂教育；富邦藝術基金會深耕藝術推廣。給各位一個最有感的數字：光是國泰金控贊助雲門舞集的免費戶外公演，就辦了近三十年、累積超過兩百六十五萬人次進場——這就是企業把品牌，和「全民藝術」牢牢綁在一起。我講這些，是想告訴各位：贊助藝術，不是有錢有閒才能做的事，而是台灣很多聰明的企業，正在做、而且各位也做得到的事。今天散場之後，這件事就可以放進你的口袋名單。</a:t>
            </a:r>
          </a:p>
          <a:p>
            <a:r>
              <a:t>【講義補充】</a:t>
            </a:r>
          </a:p>
          <a:p>
            <a:r>
              <a:t>- 核心視角：這一張把四百年前佛羅倫斯梅迪奇家族的角色，直接對照到今天的台灣——梅迪奇當年出錢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錢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世紀統治佛羅倫斯的銀行與政治家族，是文藝復興最著名的藝術贊助者，出資扶植達文西、米開朗基羅等人；「現代的梅迪奇」即用來比喻今天出錢養藝術、藉此留名的企業或富商。</a:t>
            </a:r>
          </a:p>
          <a:p>
            <a:r>
              <a:t>- 📖 許文龍：奇美集團（生產壓克力、ABS 塑膠與奇美電子等）創辦人，被稱「台灣壓克力之父」，白手起家後把大量財富投入醫療（奇美醫院）與藝術（奇美博物館），主張「有錢沒文化叫土」。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冠名贊助：贊助商把自己的名字放進活動或場館名稱（如「國泰雲門隨行吧」）以換取最大品牌曝光的贊助方式，是企業把「出錢」直接轉成「留名」最直接的一招。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41｜第七樣，最硬的回報：實實在在的錢</a:t>
            </a:r>
          </a:p>
          <a:p/>
          <a:p>
            <a:r>
              <a:t>【講稿】（停留約 30 秒）前面講的六樣——地位、曝光、不朽、聖地、人才、形象——你可能會說，這些都有點「虛」。那好，最後這第七樣，是最硬的一樣，白花花的鈔票。我要用一個故事證明：出錢贊助一段音樂，可以直接、實實在在地，撐起一家公司一百年的生意。</a:t>
            </a:r>
          </a:p>
          <a:p>
            <a:r>
              <a:t>【講義補充】</a:t>
            </a:r>
          </a:p>
          <a:p>
            <a:r>
              <a:t>- 全片壓軸的第七樣回報是「實利」——最硬、最能量化的一項：贊助方掏一筆錢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42｜Funiculì：纜車公司花錢委創，一首宣傳歌</a:t>
            </a:r>
          </a:p>
          <a:p/>
          <a:p>
            <a:r>
              <a:t>【講稿】（停留約 70 秒）1880 年，義大利拿坡里的維蘇威火山，蓋了一條登山纜車，開通了。但纜車公司碰到一個每個做新產品的人都懂的難題：東西是好的，客人不敢用——大家怕火山、不敢坐。他們的解方，各位猜到了嗎？花錢，委託作曲家丹薩（Denza）寫了一首宣傳歌，就叫《Funiculì, Funiculà》，歌名的意思就是「纜車上山、纜車下山」。這首歌，後來常被稱為「史上最早的廣告歌」之一——它從第一天起，就不是為了藝術，而是為了賣一項產品而寫的。各位注意：出錢的是誰？是纜車公司。他們要的，不是留名青史，是把客人的「怕」，變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真正的金主與出手法：經營纜車的維蘇威纜車鐵道股份公司（法文原名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所載「一年內賣破百萬份」；歌名與旋律紅遍義大利與海外。等於纜車公司花一次委創（或首演推廣）的錢，換到跨國、跨世紀、至今仍在傳唱的品牌曝光。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錢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給企業的一句提煉：好產品賣不動，缺的往往不是工程而是「一個讓人克服恐懼、願意嘗試」的記憶點；一百四十多年前的纜車公司，就已經懂得花錢買一首歌來做這件事。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company、今日的股份有限公司；纜車經營方即以這種現代企業型態運作，才有資本與動機去花錢做行銷。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43｜一首歌，把客人唱上山</a:t>
            </a:r>
          </a:p>
          <a:p/>
          <a:p>
            <a:r>
              <a:t>【講稿】（停留約 70 秒）這首委創的廣告歌，效果好到什麼程度？樂譜一年之內賣破一百萬份，歌聲傳遍全歐洲的沙龍和街頭，「去拿坡里、坐纜車上維蘇威」變成整個歐洲的旅遊夢想。各位想想：一首三分鐘的歌，把大家心裡的「怕」，唱成了「想去」。而且名氣接著就兌現成生意：1888 年，旅行社的老祖宗、英國的湯瑪斯·庫克公司（Thomas Cook），把這條纜車編進國際觀光行程，全世界的旅客跟著行程表上山，運量一路倍增。各位看，這條漂亮的成長曲線，起點就是纜車公司當年花錢委託的那一首歌。這就是我說的「第七樣、最硬的回報」——實實在在的客人、實實在在的錢。</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幕後金主的來龍去脈：這條纜車最早由金融家歐布利耶特（Ernest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年他先墊錢維持營運，1887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44｜維蘇威纜車：打不倒的百年行銷資產</a:t>
            </a:r>
          </a:p>
          <a:p/>
          <a:p>
            <a:r>
              <a:t>【講稿】（停留約 75 秒）這門生意後來怎麼樣？它經歷了大概是商業史上最硬核的「不可抗力」測試。1906 年，維蘇威火山大噴發，車站、車廂全部埋進二、三十公尺深的火山灰——照理說故事該結束了吧？可是三年後，1909 年，纜車重建、復駛；1911 年山崩再停，1912 年又開。為什麼值得一次又一次重建？因為那首歌帶來的名氣和穩定客源，讓每一次重建都算得過來。硬體會被天災淘汰——但那首 1880 年的委創歌，到今天還在全世界的電影、廣告、音樂會裡，替維蘇威、替拿坡里「免費帶客」。所以給在座企業家的啟示很簡單：產品有生命週期，但一次到位的贊助內容，是跨世紀的資產。一次委創，回報以百年計——這就是「投資美」最極致的複利。好，講完它的身世，等一下，換我們自己來把這首歌唱一遍。</a:t>
            </a:r>
          </a:p>
          <a:p>
            <a:r>
              <a:t>【講義補充】</a:t>
            </a:r>
          </a:p>
          <a:p>
            <a:r>
              <a:t>- 這張延續前面「Funiculì, Funiculà」四張的收尾，把鏡頭從「那首歌」拉回到「出錢蓋纜車、又一次次掏錢重建的業主」身上：主角不是作曲家，而是這門生意的金主與它百年不敗的行銷資產。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誰出的錢：發起人是匈牙利企業家歐布利特（Ernesto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英國金主接手把名氣做成金流：這門生意早年並不賺錢，英國旅行社湯瑪士·庫克父子公司（Thomas Cook &amp; Son）的小庫克（John Mason Cook）1882 年首度搭乘，1886 年起先墊錢救急，1887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年俄國作曲家林姆斯基-高沙可夫（Rimsky-Korsakov）也犯同樣的錯。委創內容不只免費帶客，還能反過來替金主收版稅。</a:t>
            </a:r>
          </a:p>
          <a:p>
            <a:r>
              <a:t>- 到今天仍在免費帶客：Funiculì, Funiculà 至今活在全球電影、廣告、音樂會與教科書裡，等於替維蘇威、替拿坡里做了一百四十多年不用再付錢的宣傳（該曲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委創（commission，委託創作）：出資者指定題目、付錢請人量身創作作品的模式；當時＝金主替一件產品或場館訂做專屬內容，本張的歌就是纜車業主委創的行銷資產。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45｜企業的回報：贊助藝術，買到錢買不到的東西</a:t>
            </a:r>
          </a:p>
          <a:p/>
          <a:p>
            <a:r>
              <a:t>【講稿】（停留約 80 秒）我們把七樣回報，收攏成四個各位董事會上聽得懂的面向。第一，品牌聲望與差異化——像卡內基、像拜羅伊特，把名字刻進文化史。第二，客戶關係與高端形象——像賓士、像奇美，用藝術替品牌鍍格調，緊緊綁住最高價值的客群。第三，人才吸引與員工凝聚——像埃斯特哈齊，長期養才、養場館，凝聚內部認同。第四，也是各位老闆最想聽的，可量化的溢價——藝文投資會變成實打實的品牌溢價和實利：奇美的形象、普契尼帶來的兩百萬觀光客、纜車那條百年的成長曲線，這些都算得出來。所以請記住這句話：贊助藝術，不是成本，是一筆會增值的長期資產。（順帶一提，文化藝術贊助在稅務上也可能有優惠，這部分請洽你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年過世；他換到的，是把家族姓氏永久掛在世界最具聲望的舞台上——一種錢買不到的品牌資產。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Bavaria，1845–1886）：巴伐利亞國王、華格納最關鍵的金主。民間認股募資不順時，他於 1874 年 1 月撥款十萬塔勒（Thaler，當時德語區通行的銀幣單位）以信貸方式挹注，工程才得以加速、音樂節才辦得成——王室這筆錢，直接決定了一個文化品牌能否誕生。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金主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核心金句（原封保留）：贊助藝術不是成本，而是一筆會增值的長期資產——建築掛名、名琴收藏、育才養團、觀光客流，都是「錢一次投入、聲望與實利長期回流」。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46｜企業家最適合聽的音樂</a:t>
            </a:r>
          </a:p>
          <a:p/>
          <a:p>
            <a:r>
              <a:t>【講稿】（停留約 60 秒）在給各位提案之前，先送大家一份「實用清單」——企業家最適合聽的四首音樂，按場合分。第一，需要專注、需要沉澱、壓力大的時候，聽今天的《郭德堡變奏曲》，它規律、清澈，能幫你把腦子清乾淨。第二，尾牙、開工、團隊誓師，要凝聚人心、鼓舞士氣，放貝多芬的〈歡樂頌〉，保證全場熱血。第三，要炒熱氣氛、帶動全場，就用我們今天的壓軸，那首輕快好上口的《Funiculì》。第四，一個人獨處、或招待重要客人，需要安靜有品味的背景音，放德布西的《月光》。學會用音樂管理情緒、管理場合，這是各位當領導者，最低成本的一項軟實力。</a:t>
            </a:r>
          </a:p>
          <a:p>
            <a:r>
              <a:t>【講義補充】</a:t>
            </a:r>
          </a:p>
          <a:p>
            <a:r>
              <a:t>- 這四首都是全片走過的贊助案例回訪——多數背後都連著贊助者、題獻對象或出資企業，選它們給企業家聽，等於把金主當年換到的成果再用一次。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III），呼應「不朽之名」一站的題獻故事——把作品獻給有權有錢的贊助者，本身就是一樁交換。場合：尾牙、開工、團隊誓師，凝聚人心、鼓舞士氣。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Wikipedia）；這正是第七樣（實利）的主角，企業花錢、音樂帶客。場合：炒熱氣氛、帶動全場。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年提出的概念，指不靠強制、金錢或命令，而靠吸引力、品味與認同去影響他人的能力；此處借指領導者用音樂經營氣氛與個人形象的本事。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47｜給企業的五點提案（一）</a:t>
            </a:r>
          </a:p>
          <a:p/>
          <a:p>
            <a:r>
              <a:t>【講稿】（停留約 60 秒）那麼，今天的企業具體可以怎麼做？我整理成五點，這是全場最實用的部分。第 1 點，像埃斯特哈齊：給藝術家長期、穩定的資助，並用一座場館養創新——給他一個能安心研發的家。第 2 點，像佛瑞的女伯爵：找一位「對的」藝術家，深度綁定、長期陪他成名——與其把預算灑給一百個人，不如成就一個人。</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年親王過世，海頓將近三十年只服務同一位金主。</a:t>
            </a:r>
          </a:p>
          <a:p>
            <a:r>
              <a:t>- 這位金主買到的不是幾首曲子，而是「用我的名字冠名的整支樂團與整個劇季」：埃斯特哈齊宮（Eszterháza，號稱「匈牙利的凡爾賽宮」）據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Diaghilev）俄羅斯芭蕾舞團的金主——集中資源成就一個人，最後讓贊助者自己成了一個時代的文化座標。</a:t>
            </a:r>
          </a:p>
          <a:p>
            <a:r>
              <a:t>- 📖 宮廷樂長（Kapellmeister）：德語「樂隊隊長」，統籌一個宮廷所有音樂事務的最高職位；當時＝領主花錢雇來的「音樂總監兼首席研發長」，海頓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Esterházy）：匈牙利最顯赫貴族之一的當家親王，1714–1790，愛樂成痴、揮金如土，人稱「輝煌者」；當時＝把整支宮廷樂團與歌劇院當私人配備、又願意長年供養作曲家的超級金主。</a:t>
            </a:r>
          </a:p>
          <a:p>
            <a:r>
              <a:t>- 📖 埃斯特哈齊宮（Eszterháza）：親王 1760 年代在匈牙利平原上蓋的洛可可宮殿，內含歌劇院與木偶劇院，因排場而號稱「匈牙利的凡爾賽宮」；當時＝金主砸重金造出的一座「藝術研發園區」。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年停辦；當時＝由金主出錢、把「還沒被市場接受的傑作」推上舞台的平台。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世紀莊重緩步的宮廷舞；此曲題獻給葛雷菲勒女伯爵，等於把金主的名字永久寫進樂譜扉頁，是「贊助換冠名」最典雅的範例。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48｜給企業的五點提案（二）</a:t>
            </a:r>
          </a:p>
          <a:p/>
          <a:p>
            <a:r>
              <a:t>【講稿】（停留約 60 秒）第 3 點，像拜羅伊特、像卡內基：把你的場館、或你辦的音樂節，做成一個 iconic 的品牌，把名字冠上去，做成一個讓人非朝聖不可的地方。第 4 點，像維蘇威纜車公司：委託一支「屬於你品牌」的作品，或一首主題曲，讓它替你長期帶客——記住，一次委創，回報可以用百年計。</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委創／委託創作（commission）：贊助者出錢、指定作曲家為某場合或某品牌量身寫一部新作品；當時＝纜車通車，就催生出替它宣傳的《Funiculì,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49｜給企業的五點提案（三）</a:t>
            </a:r>
          </a:p>
          <a:p/>
          <a:p>
            <a:r>
              <a:t>【講稿】（停留約 65 秒）第 5 點，我要特別講給在座的各位——像梅迪奇，但也像《夜巡》裡那群合資的生意人：當金主，換取聲望與差異化。你可以自己來，也可以揪你的公會、你的交流會，大家合資一起當金主。最後，請把三個詞帶回家，這是所有提案的靈魂：對等、可持續、共融。不是施捨，是對等的合作；不是一次性的曝光，是可持續的關係；不是高高在上，是跟藝術家、跟社群共融。做到這三個詞，你的每一分贊助，都會加倍地回到你身上。</a:t>
            </a:r>
          </a:p>
          <a:p>
            <a:r>
              <a:t>【講義補充】</a:t>
            </a:r>
          </a:p>
          <a:p>
            <a:r>
              <a:t>- 提案 5 的核心：當金主，用贊助換聲望與差異化，而且「一個人來」或「揪公會、揪交流會集體合資」都行——把成本攤到每位成員身上，換到的是集體的名聲與能見度；兩個歷史範本一是個人／家族金主的梅迪奇，二是集體合資金主的《夜巡》民兵連。</a:t>
            </a:r>
          </a:p>
          <a:p>
            <a:r>
              <a:t>- 梅迪奇模式（個人金主）：把銀行獲利回投文化，形成「經濟→文化→政治」的正向循環，用藝術贊助換來社會聲望與統治正當性、再回頭鞏固生意；此模式效率高到連對手都被迫模仿、擴散到全義大利（據 Palladium／Wikipedia）；梅迪奇也是本片巴洛克段落「歌劇金主」的同一個家族，前後呼應。</a:t>
            </a:r>
          </a:p>
          <a:p>
            <a:r>
              <a:t>- 《夜巡》模式（集體金主）：關鍵是沒有人獨扛、也不必獨扛——一群生意人合資把自己畫進同一幅傑作，讓「連隊」這個團體被四百年後的人記得；而且站得越前面、畫得越清楚的人付得越多（每人約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Vinci）的金主——當時＝把商業獲利投進藝術、換取家族聲望與統治正當性的「贊助教科書」。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錢有地位的生意人結社，既維持治安、也一起吃飯應酬、集體出錢彰顯身分——本質就是那個年代的「跨業交流會」，也正好呼應本片講給企業聽的合資當金主。</a:t>
            </a:r>
          </a:p>
          <a:p>
            <a:r>
              <a:t>- 📖 荷蘭盾（guilder／gulden）：17 世紀荷蘭黃金時代的通用貨幣單位；當時＝阿姆斯特丹商人日常記帳的錢，一位民兵掏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錢，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50｜當代委創（樂譜頁）：今天輪到你當金主</a:t>
            </a:r>
          </a:p>
          <a:p/>
          <a:p>
            <a:r>
              <a:t>【講稿】（停留約 50 秒）各位看這一頁樂譜，它是空白的——因為它還沒被寫出來。從梅迪奇，到路德維希二世，到卡內基，每一個願意委託新作品的金主，都把自己的名字，寫進了未來的文化史。今天，輪到你了。你不需要懂作曲，你只需要做一個決定：委託一部屬於這個時代、屬於你品牌的新作品。三百年後，也許還有人會記得，是誰當年付了這筆錢。</a:t>
            </a:r>
          </a:p>
          <a:p>
            <a:r>
              <a:t>【講義補充】</a:t>
            </a:r>
          </a:p>
          <a:p>
            <a:r>
              <a:t>- 這一頁樂譜刻意留白（佔位代號 d2-modern-piano）：它還沒被寫出來，因為委託它的金主還沒出現——講者把「決定權」交回台下的企業家手上，全場的金主故事到這裡收束成一句提案：你不必懂作曲，你只需要做一個決定、簽一張支票，剩下的交給作曲家。</a:t>
            </a:r>
          </a:p>
          <a:p>
            <a:r>
              <a:t>- 委創的本質是「把品牌名字寫進未來文化史」：付錢的人買到的不是一場演出，而是一部會掛著他名字、自己流傳幾百年的作品；這是本張把四百年贊助史收攏到企業家眼前的核心賣點。</a:t>
            </a:r>
          </a:p>
          <a:p>
            <a:r>
              <a:t>- 三個金主、三種回報——梅迪奇用一場婚慶換來「歌劇之城」的永久聲望、路德維希二世用金援換到一座以他情感為名的劇院神話、卡內基用一棟建築把姓氏刻進世界舞台；共同點是他們付的錢買到的都是一個名字，而不是一次消費。</a:t>
            </a:r>
          </a:p>
          <a:p>
            <a:r>
              <a:t>- 📖 委創（commission，委託創作）：指出資者付錢請作曲家為特定場合或目的寫一部全新的原創作品，不是買現成樂譜，而是「從無到有」把作品叫出來；委託者可以是個人、品牌、樂團或機構，付錢的一方名字就跟著這部作品進入音樂史，這是本場全片「金主視角」的最終行動呼籲。</a:t>
            </a:r>
          </a:p>
          <a:p>
            <a:r>
              <a:t>- 📖 梅迪奇家族（House of Medici）：十五到十八世紀統治佛羅倫斯（Florence，義大利中部城市）的銀行世家與藝術金主；1600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為鋼琴譜），刻意不放任何譜例，象徵「一部尚未被委託出來的當代新作」，把譜上的空白留給下一位願意出錢的品牌。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51｜重點回顧：贊助，換到七樣東西</a:t>
            </a:r>
          </a:p>
          <a:p/>
          <a:p>
            <a:r>
              <a:t>【講稿】（停留約 60 秒）我們快速回顧今天的地圖。出錢贊助藝術，你會換到七樣東西：一、地位與權力，梅迪奇；二、集體曝光，《夜巡》那群公會生意人，也就是各位；三、不朽之名，貝多芬的三位貴族、佛瑞的女伯爵、郭德堡的伯爵、梵谷的弟弟；四、聖地與冠名，拜羅伊特、卡內基、三得利、迪士尼；五、人才與凝聚，埃斯特哈齊；六、國家與企業的形象，拿破崙、威爾第、普契尼、賓士、奇美；七、最硬的實利，那家靠一首歌撐起百年的纜車公司。不論你的公司多大、多小，你都當得起這個金主。所以帶走今天唯一的這句話：你成就音樂，音樂也成就你。</a:t>
            </a:r>
          </a:p>
          <a:p>
            <a:r>
              <a:t>【講義補充】</a:t>
            </a:r>
          </a:p>
          <a:p>
            <a:r>
              <a:t>- 這張是全片的「金主資產負債表」——把四百年間出錢者換到的東西收攏成七欄：地位與權力、集體曝光、不朽之名、聖地與冠名、人才與凝聚、國家與企業形象、最硬的實利；聽眾要帶走的不是音樂史，而是「贊助能換到什麼」這份對照表。</a:t>
            </a:r>
          </a:p>
          <a:p>
            <a:r>
              <a:t>- 七欄的代表金主一次對位：地位＝梅迪奇（Medici，佛羅倫斯銀行世家）；曝光＝林布蘭（Rembrandt）《夜巡》裡合資入畫的阿姆斯特丹民兵連商紳（每人分攤畫費、據載出錢多寡還影響在畫中位置，正是「集資也能當金主」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保留原點：豪門（梅迪奇）與集體合資（《夜巡》公會）都可以是金主，規模不是門檻——關鍵是願不願意出錢對號入座。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Boulogne）花園派對盛大搬演；當時＝用私人財力把一首管弦小品升級成大型製作、也替自己掙下「藝術贊助者」名聲的金主。</a:t>
            </a:r>
          </a:p>
          <a:p>
            <a:r>
              <a:t>- 📖 凱瑟林伯爵（Hermann Karl von Keyserlingk）：俄國駐薩克森選帝侯宮廷大使；相傳（傳說性質）他長期失眠，出錢請巴赫（Johann Sebastian Bach）寫一套供家中大鍵琴手郭德堡（Johann Gottlieb Goldberg）夜間彈奏的變奏曲，即《郭德堡變奏曲》；當時＝把作品「私人訂製」而讓自己名字與名曲永遠綁在一起的金主（呼應投影片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1500／700／1800）年金，只求他別接受外地聘約、留在維也納；當時＝用「合資養人」把頂尖創作者留在城裡的機構型金主。</a:t>
            </a:r>
          </a:p>
          <a:p>
            <a:r>
              <a:t>- 📖 西奧·梵谷（Theo van Gogh，1857–1891）：畫家文森·梵谷（Vincent van Gogh）的弟弟、巴黎畫商；他長年寄錢、供顏料與畫布養哥哥作畫；當時＝以親情持續「包養」一位生前幾乎賣不出畫、事後才被證明眼光精準的創作者的私人金主。</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Ma）、曾宇謙）；當時＝用「借琴」把企業形象與扶植人才綁在一起的在地金主，最貼近在場聽眾。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收束句「你成就音樂，音樂也成就你」是這份對照表的結論：不論公司規模大小，只要肯出錢，都能對號入座成為某一欄的金主；此頁重點不在音樂多美，而在贊助這筆帳「划得來」。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52｜行動呼籲：成為下一個梅迪奇</a:t>
            </a:r>
          </a:p>
          <a:p/>
          <a:p>
            <a:r>
              <a:t>【講稿】（停留約 45 秒）你不需要是國王，不需要是鋼鐵大王。梅迪奇可以是一個銀行王朝，也可以是《夜巡》裡合資的一群生意人，甚至是一個相信弟弟的哥哥。你只需要做一件「對等、可持續、共融」的事。也許今天回去，你就可以開始：找一位你欣賞的、對的藝術家，或是揪上你的公會、你的交流會，一起提一個小小的委託創作。梅迪奇當年，也是從一場婚禮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錢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砸錢辦最時髦的娛樂。金主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Tchaikovsky）親自登台指揮。這是「一位大金主蓋一座場館、造福整座城市」的模式；講稿說的「鋼鐵大王」即指他。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畫廊）按月寄錢、供給顏料，養著畫家哥哥文森（Vincent），文森生前幾乎全靠這筆家用作畫。贊助不必轟轟烈烈，一份穩定的月供也算數。</a:t>
            </a:r>
          </a:p>
          <a:p>
            <a:r>
              <a:t>- 📖 委託創作（commission，簡稱委創）：出資者付錢請藝術家「為某個場合、量身新創一部作品」，作品因這筆錢而誕生。梅迪奇當年正是「從一場婚禮的一齣歌劇開始」——1600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53｜全場帶動唱：Funiculì, Funiculà</a:t>
            </a:r>
          </a:p>
          <a:p/>
          <a:p>
            <a:r>
              <a:t>【講稿】（停留約 15–20 分鐘，全場帶動唱）現在，請各位親自當一次「內容的傳播者」——我們一起唱纜車公司那首一百四十年前的廣告歌。別緊張，只要學會兩句。第一句：「Jamme, jamme, 'ncoppa jamme jà!」（亞姆美、亞姆美，恩苦帕・亞姆美・亞！）意思是「走吧走吧，一起上山去」。第二句更簡單：「Funiculì, funiculà!」（福尼庫利、福尼庫拉！）就是「纜車上山、纜車下山」的歡呼。我先唱一次給各位聽；然後我們全場一起來兩次；第三次，請加上拍手。不用唱準，只要唱開心。（帶動唱進行，可反覆多輪、分組合唱、加拍手）……太棒了！各位剛剛唱的，是一支 1880 年的廣告。一個好的贊助內容，一百四十年後，還有一整個場子的人替它免費傳唱——這，就是投資美的複利。也是我今天想送給各位的一句話：你成就音樂，音樂也成就你。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日通車。金主的痛點很現實——纜車蓋好了卻乏人問津，觀光客與那不勒斯人寧可騎驢、騎馬上山，覺得纜車又貴又危險；於是用一首朗朗上口的歌，把「搭纜車上山」包裝成浪漫時髦的事。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錢，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兩度被火山爆發掩埋摧毀、最終停駛走入歷史，公司沒了，歌卻活著；金主買下的「硬體」歸零，買下的「內容」增值——這是給企業家最直白的資產對比。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Ricordi，即本片浪漫站「里柯第×威爾第」的同一家出版巨頭）發行，一年內賣破一百萬份——在沒有電台、唱片的年代，這是驚人的擴散，也讓贊助方的「廣告」自己就是一門賺錢生意。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年曾埋掉龐貝城；當時＝纜車與這首歌共同的舞台，遊客花錢就是為了上這座火山看火山口。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版稅（royalty）：使用他人受著作權保護的作品時，須按約定付給權利人的報酬；當時＝丹薩告贏史特勞斯後所收的，正是這筆錢，證明「一首廣告歌」是能持續生錢的資產。</a:t>
            </a:r>
          </a:p>
          <a:p>
            <a:r>
              <a:t>- 📖 湯瑪斯·庫克父子公司（Thomas Cook &amp; Son）：十九世紀英國最大的旅行社、近代團體旅遊的開創者；當時＝1888 年買下維蘇威纜車經營權、把它包進觀光行程的企業金主，是「贊助方＋通路方」合體的教科書案例。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54｜Q&amp;A 與延伸聆聽</a:t>
            </a:r>
          </a:p>
          <a:p/>
          <a:p>
            <a:r>
              <a:t>【講稿】（停留約 60 秒）進入提問時間。我先反問各位一個問題當熱身：你的品牌，最像今天哪一位金主？是想當獨自出手的梅迪奇，想打造聖地的拜羅伊特，還是想揪一群人合資的《夜巡》公會？也歡迎把今天聽到的曲子帶回家細聽：巴赫《郭德堡變奏曲》、貝多芬〈歡樂頌〉、丹薩《Funiculì》、佛瑞《帕凡舞曲》、威爾第〈Va, pensiero〉、德布西《月光》。如果有機會旅行，幾座場館值得朝聖：紐約卡內基音樂廳、德國拜羅伊特節慶劇院、東京三得利音樂廳，還有就在台南的奇美博物館。好，現在把時間交給各位。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金主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盾。當時＝「一群人按份出錢、共享冠名與版面」的眾籌打法，最接近今天的贊助聯盟或聯合冠名。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pensiero〉、德布西《月光》）則各自對應片中一位金主，帶回家細聽時不妨想想：是誰出的錢，才讓它得以存在。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55｜謝謝：願音樂，成就你的不朽</a:t>
            </a:r>
          </a:p>
          <a:p/>
          <a:p>
            <a:r>
              <a:t>【講稿】（停留約 40 秒）從梅迪奇到你——古往今來，換的其實都是同一件事：出一筆錢投資美，換回錢買不到的東西。願各位記得今天這句話：你成就音樂，音樂也成就你——讓美與商業，互相成就，而不是互相消耗。謝謝各位今天的聆聽。我的聯絡方式在螢幕上，期待有一天，能聽到由你委託、由你成就的那一部新作品。謝謝大家。</a:t>
            </a:r>
          </a:p>
          <a:p>
            <a:r>
              <a:t>【講義補充】</a:t>
            </a:r>
          </a:p>
          <a:p>
            <a:r>
              <a:t>- 收尾金句（保留）：你成就音樂，音樂也成就你；讓美與商業互相成就，而不是互相消耗。</a:t>
            </a:r>
          </a:p>
          <a:p>
            <a:r>
              <a:t>- 全片主軸回收：從梅迪奇（Medici）到今天在座的你，四百年來金主掏的是一筆錢，換回的始終是同一樣——錢買不到的「不朽署名」；贊助者的名字，靠著他出資成就的那部作品，被後人一路記到今天。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Cristofori）——今天全世界的鋼琴，源頭是一位金主的家用樂器預算。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年獲三位維也納貴族合資的終身年金，唯一條件是「留在維也納作曲」；這些贊助者今天被記住，靠的正是他們出錢成就的音樂。</a:t>
            </a:r>
          </a:p>
          <a:p>
            <a:r>
              <a:t>- 📖 委託／委創（commission）：贊助者出錢請作曲家為特定場合或特定人「量身訂做」一部新作品；當時＝一手交錢、一手在樂譜扉頁署上出資者之名，等於買下一份會傳世的冠名權。這正是講師在收尾邀請在座企業家去做的事——成為某部新作的「第一位金主」。</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www.youtube.com/watch?v=q8iTTRG-h3w"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hyperlink" Target="https://www.youtube.com/watch?v=8uqPnY5hQD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www.youtube.com/watch?v=plEnfABwsSQ"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古今中外，聰明的金主如何用藝術，換到錢買不到的東西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你現在看到的這支廣告、聽到的《月光》，正是 Chanel No.5 那支「史上最貴香水廣告」用的音樂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今天不談音符，只談一件事：出錢的人，花這筆錢，換到了什麼？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一位品牌老闆，其實和三百年前出資養音樂的銀行家、親王，做著同一件事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今天不教你聽音樂，只回答一個問題：為什麼古今中外，最有錢、最有權的人，都搶著出錢贊助音樂？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因為音樂買得到錢買不到的東西：把「有錢」升級成「有品味、有地位、被人打從心裡尊敬」</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而且划算：它不是花掉就沒的成本，是會增值的資產——地位、聲望、品牌，甚至實實在在的錢</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社會聲望：擠進金字塔頂端的文化圈，與菁英、政要同框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不朽之名：名字刻進文化史，被傳誦數百年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影響力與人脈：成為藝文、媒體與權力圈的交會點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定調：贊助藝術不是慈善，是金字塔頂端最高級的聲望投資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接下來我只講一件事：古今中外，出錢的金主換到了什麼。一共七樣——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二、集體曝光（一群生意人合資，也就是你和你的公會）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三、不朽之名（把名字刻進歷史）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五、人才與凝聚（養才、聚心）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七、最硬的一樣：實實在在的錢（一首歌撐起一家百年公司）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出錢贊助藝術，最古老、也最直接的回報——把「有錢」變成「有地位、有權力」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梅迪奇①：銀行家的痛點——錢多，卻缺地位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痛點：放貸在當時是不光彩的行業——教會白紙黑字說，收利息是一種罪（usury）</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所以他們的處境是：錢，多到花不完；地位跟名聲，卻買不到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這個痛點，各位今天的企業家一定懂——有錢，不等於被尊重</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梅迪奇②：用藝術，把錢變成權力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解法：把賺來的錢大手筆砸進藝術——把十來歲的米開朗基羅接進家裡栽培、出錢資助波提切利畫下傳世名作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波提切利《東方三博士的朝拜》裡，藏著一整排梅迪奇家族的臉：出錢贊助，順便把自己畫進不朽的名畫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回報大到嚇人：這個「放款的家族」，後來出了兩位羅馬教宗、實質統治佛羅倫斯，成了左右歐洲的權力核心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一句話：他們用藝術「洗格調」，把純粹的財富，洗成了統治歐洲的正當性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記住這個名字：全場最後，我會請你「成為下一個梅迪奇」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梅迪奇③：把女兒嫁成王后，把錢變成血緣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藝術洗出格調之後，梅迪奇更進一步：用「聯姻」把家族嫁進歐洲最高的王室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年嫁給後來的法王亨利二世，成為法國王后</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六十多年後，瑪麗·德·梅迪奇（Marie de' Medici）1600 年再嫁法王亨利四世，又一位法國王后、日後還替幼子攝政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一個放款起家、沒有貴族血統的家族，靠藝術與聯姻，把佛羅倫斯的錢換成了法蘭西王室的血緣與影響力</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1600 年瑪麗·德·梅迪奇嫁給亨利四世的婚禮，梅迪奇端出了當時最時髦的新玩意——後世稱為「歌劇」的全新藝術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這場婚禮上演的《尤麗狄切》（Euridice），由作曲家佩里（Jacopo Peri）作曲、親自登台，於佛羅倫斯皮蒂宮首演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它被視為現存最早的一部歌劇——換句話說，「歌劇」這門藝術，是被一筆王室婚禮的贊助預算催生出來的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金主要的從來不是「藝術突破」，而是一場全歐矚目的政治聯姻大秀；藝術突破，是順帶的副產品</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贊助藝術，讓你名正言順地與菁英、政要、名流站在同一個場子裡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一場音樂會、一次贊助，換來的是別的錢買不到的人脈與話題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你談的不再是報價與折扣，而是品味、格調與共同的價值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對做生意的人來說，這是最高效的一種「進圈子」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你不必是梅迪奇。一群像各位這樣的生意人、一個公會，合資也能買到看得見的曝光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林布蘭《夜巡》：合資買曝光，出錢越多版位越大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付錢的不是國王、不是教會——是阿姆斯特丹一個「民兵公會」，16 位生意人合資，平均每人約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規則直接又公平：出錢越多，你在畫面上的位置越顯眼——最早、最透明的「贊助版位」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個普通生意人的臉，還掛在鎮館之寶上，每年幾百萬人專程來看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誰贊助得多，誰的 logo 大、誰站 C 位——這道理，四百年沒變</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755788877205867468.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火槍手民兵公會，說穿了就是一群有錢生意人組成的社團——跟今天的跨業交流會、公會一模一樣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一個人出不起的贊助，一群人合資就出得起；曝光與名聲，按出資比例分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你不必獨自當梅迪奇——揪一群人，就能一起當金主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想想看：如果各位的公會，合資贊助一場音樂會、一件作品，會被誰看見？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錢會花完，名聲會過去；但把名字綁進一部傳世的作品，你就買到了「不朽」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貝多芬與三位金主：花錢買下一個名字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Rudolph）——聯手每年掏一筆終身年金，長期包養一位作曲家，條件只有一個：「留在維也納」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他們花錢，買到的是「名字」：兩百年後，全世界談那部《第九號交響曲》，就會談到當年是誰出的錢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這不是施捨、不是慈善，是一筆綁定式的長期投資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給你的一句話：贊助要簽長約、要綁定、要白紙黑字</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三位金主的細帳：一紙終身合約，各買到什麼</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這是一場「留才防挖角」的競標：1808 年拿破崙之弟開年薪挖角貝多芬去卡塞爾，維也納三位貴族聯手用「終身年金」把人綁在本地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三家分攤年 4,000 弗洛林：金斯基出最多（1,800）、魯道夫大公（1,500）、洛布科維茨（700）——風險與冠名的光環，三家一起分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各自買到「名字」：魯道夫大公→《皇帝》協奏曲、《大公三重奏》、《莊嚴彌撒》都題獻給他；洛布科維茨→《英雄》交響曲在他府邸首演並題獻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長約也擋不住意外：1811 通膨令年金縮水、金斯基 1812 墜馬身亡、洛布科維茨破產——最後靠魯道夫提高份額扛住，貝多芬還打官司才保住</a:t>
            </a:r>
          </a:p>
        </p:txBody>
      </p:sp>
      <p:sp>
        <p:nvSpPr>
          <p:cNvPr id="5" name="Rectangle 4"/>
          <p:cNvSpPr/>
          <p:nvPr/>
        </p:nvSpPr>
        <p:spPr>
          <a:xfrm>
            <a:off x="7760508" y="14996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554480"/>
            <a:ext cx="282459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繪）——貝多芬唯一的作曲學生兼最大金主，《皇帝》《大公》《莊嚴彌撒》都題獻給他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年成為歐盟盟歌——一段旋律，代表一整個歐洲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在日本，年底幾萬人合唱「第九」是全民儀式；大阪的「萬人第九」，到今天仍由企業冠名贊助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三位貴族兩百年前付的那筆錢，到今天還在替他們的名字「配息」</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這就是贊助最驚人的地方：買的不是一次曝光，是一個世紀、甚至兩個世紀的品牌</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一位失眠的俄國公使凱瑟林克伯爵（Count Keyserlingk）出錢，向巴赫訂了一組助眠的鍵盤曲——極致的客製化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付錢的人買到了「名字」：曲子是巴赫寫的，兩百多年來全世界卻叫它「郭德堡」（伯爵身邊那位樂師的名字）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給企業領導者：這首「為靜心而生」的音樂，規律、清澈——很適合在高壓中沉澱思緒、專注決策，也用來紓壓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一筆私人訂單，換來三百年的流傳——今天的主打聆聽①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郭德堡是誰？出錢的是伯爵，留名的卻是樂師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出錢的金主是凱瑟林克伯爵（Count Keyserlingk）——俄國駐薩克森的公使、長年失眠；相傳他委託巴赫寫一組助眠的鍵盤曲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但這部曲子卻以「郭德堡」為名——那是伯爵府裡一位約十四歲的年輕鍵盤手、巴赫的學生，夜裡彈給伯爵聽</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於是最妙的一幕發生了：出錢的伯爵沒留名，反倒是他身邊的家臣樂師，因這部作品被全世界記了兩百多年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（這段委託故事出自福克爾 1802 年的巴赫傳、屬「相傳」；首版扉頁其實沒有任何題獻）</a:t>
            </a:r>
          </a:p>
        </p:txBody>
      </p:sp>
      <p:sp>
        <p:nvSpPr>
          <p:cNvPr id="5" name="Rectangle 4"/>
          <p:cNvSpPr/>
          <p:nvPr/>
        </p:nvSpPr>
        <p:spPr>
          <a:xfrm>
            <a:off x="7677873" y="14996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554480"/>
            <a:ext cx="2989859"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繪）——出錢委託的金主，名字反而沒留在曲名上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葛雷夫勒女伯爵：出錢的贊助者，被藝術寫成傳奇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佛瑞還在掙扎時，葛雷夫勒女伯爵（Comtesse Greffulhe）把他引進巴黎最高的社交圈，讓他當上自己沙龍的音樂總監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她是巴黎社交圈的「女王」，贊助底氣來自夫家——當時法國最富有的銀行世家之一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佛瑞感激地稱她是自己的「巴伐利亞國王」——就是那位砸錢供養華格納的路德維希二世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她的影響力全方位：把華格納引進法國、當狄亞吉列夫俄羅斯芭蕾的金主，甚至資助居禮夫人的鐳研究</a:t>
            </a:r>
          </a:p>
        </p:txBody>
      </p:sp>
      <p:sp>
        <p:nvSpPr>
          <p:cNvPr id="5" name="Rectangle 4"/>
          <p:cNvSpPr/>
          <p:nvPr/>
        </p:nvSpPr>
        <p:spPr>
          <a:xfrm>
            <a:off x="8085975" y="14996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554480"/>
            <a:ext cx="217365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Greffulhe）在佛瑞（Fauré）還沒沒無聞時，把他引進巴黎最高的社交圈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她出資、給機會；作品（還有把她寫進小說的普魯斯特）讓她永遠被記得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這就是贊助最美的回報：出錢的人，因為藝術而名留青史</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Gogh）生前幾乎賣不掉畫，靠弟弟西奧（Theo）——一位巴黎畫商——從 1882 起按月匯款養著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西奧自己說：「我把給他的錢，視為他工作的報酬」——不是施捨，是對等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一個人的長期、穩定贊助，養出了一位定義時代的大師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意涵：贊助不必是豪門手筆。梅迪奇，也可以只是一個相信家人的普通人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818845675861020545.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拜羅伊特：一位國王，砸錢蓋一座「聖地」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回報：一座至今仍是「聖地」的品牌（對應提案第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卡內基音樂廳：賣鋼鐵的錢，換一座以你為名的殿堂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賣鋼鐵賺來的錢，換來一座以你為名、永遠替你說話的地標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一家酒商，靠一座音樂廳，把品牌和「頂級文化」永久綁在一起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這就是亞洲企業版的卡內基：用一座殿堂，替品牌鍍上文化的金身</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這個「冠名場館」模式，一路傳到今天各大藝文中心、球場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共同點：一座殿堂＝把名字刻進城市天際線與文化史，一筆會增值的資產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長期養一支團隊、蓋一座舞台——換到的是人才、是研發，還有整個組織的向心力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埃斯特哈齊親王：花錢養一座「私人研發中心」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等於自建一座私人研發中心＋門面工程：撐排場、招待貴賓、凝聚聲望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親王愛玩冷門樂器巴里頓琴（baryton），樂團就得為它量身打造上百首曲子——金主的品味，決定研發方向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回報：埃斯特哈齊這個姓氏，兩百多年後仍被記得（對應提案第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音樂能替一個國家、一家企業，寫下難以複製的「氣質」——國力、觀光財、品牌形象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大衛《拿破崙加冕》：國家花錢，買一張形象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年，拿破崙（Napoléon）下令委託畫家大衛（Jacques-Louis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甲方改稿改得理直氣壯：缺席的母親被畫進最尊貴的包廂；教皇被要求從「旁觀」改成「舉手祝福」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報酬：大衛自估十萬法郎，最後實收六萬五——強勢甲方，兩百年前就這樣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出錢的拿破崙，買到的是一整個帝國的「國家形象」，永遠掛在羅浮宮</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710583804690066156.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政治訊息太強，一度被收起；直到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法郎紙鈔——藝術變成全國人天天在用的國家識別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政府買畫、企業贊助，買的都是同一樣東西：認同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991559236464545291.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民眾高喊「Viva VERDI」——表面是「威爾第萬歲」，其實是「義大利國王萬歲」的政治暗號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一段旋律，凝聚了一個還沒統一的國家——這就是音樂的國力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音樂替一座城市寫下難以複製的氣質，然後這股氣質能一直收門票、一直帶客人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對品牌來說也一樣：對的音樂，能替你寫下一張讓人想靠近的名片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想到法國，你會想到浪漫——這股印象，很大一部分是德布西（Debussy）用《月光》《海》《牧神的午後》一筆一筆寫出來的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一個國家的「氣質」，可以由作曲家寫成；而氣質，就是最值錢的觀光與品牌資產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兩百年後，這股氣質被精品直接借去：Chanel No.5《The Film》（2004，Baz Luhrmann 導、Nicole Kidman 主演）就用德布西《月光》當配樂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萬美元，是「史上最貴的香水廣告」——賣的不是香水成分，是德布西替法國寫下的那種高雅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頂級品牌很懂：借一段古典音樂，就能替冷冰冰的產品鍍上「格調」，把功能變成身分認同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年的經典廣告《Face》，用的是德利伯（Léo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年百週年還重新編曲——等於把選曲變成一筆會增值的品牌資產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同樣的手法到處都是：Stella Artois 用威爾第、De Beers 用 Jenkins、飛雅特用羅西尼——古典音樂，是最省力的「格調外掛」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奇美（Chimei）許文龍做的是石化、電子——如果沒做接下來這件事，大家對奇美的印象，可能只是硬邦邦的塑膠與面板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他收藏了世界數量最多的名琴，蓋了奇美博物館——用藝術，把整家企業的形象往上升一級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最貼近各位的示範——就在台南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奇美最高明的一步：把史特拉底瓦里（Stradivari，史上最頂級的名琴品牌）等名琴，免費借給頂尖音樂家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一把琴出借，換來的是全球舞台上、源源不絕的品牌曝光與好感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這就是「以藝術養品牌」最聰明的槓桿：不必自己上台，讓大師替你發光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台灣早有一批企業在當「現代梅迪奇」——奇美只是最亮眼的一個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最有感的數字：國泰金控贊助雲門舞集的免費戶外公演，辦了近 30 年、累積逾 265 萬人次進場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意涵：這不是遙遠的歐洲故事，而是台灣企業正在做、你也做得到的事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第七樣，最硬的回報：實實在在的錢</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前面講的都是形象與名聲；最後這個故事，是白花花的鈔票——一首歌，撐起一家百年公司</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Funiculì：纜車公司花錢委創，一首宣傳歌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年維蘇威火山纜車開通，卻碰上「大家怕火山、不敢坐」——一個經典的新產品滯銷難題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纜車公司的解方：花錢委託作曲家丹薩（Denza）寫一首宣傳歌《Funiculì,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這是被許多人稱為「史上最早的廣告歌」之一——一開始就是為了賣一項產品而寫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出錢的是誰？纜車公司。他們要的不是藝術，是把「怕」變成「想去」</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效果炸裂：樂譜一年賣破百萬份，歌聲傳遍全歐洲，「去拿坡里坐纜車」變成整個歐洲的旅遊想像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一首三分鐘的歌，把大家的「怕」，唱成了「想去」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名氣兌現成生意：1888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這條成長曲線的起點，就是纜車公司當年花錢委託的那一首歌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 → 1909 就重建復駛；1911 山崩 → 1912 又開——因為那首歌帶來的名氣與客源，讓每次重建都算得過來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硬體會被天災淘汰；那首 1880 年的委創歌，到今天還在全世界替維蘇威、替拿坡里「免費帶客」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給企業家的啟示：產品有生命週期，一次到位的贊助內容，卻是跨世紀資產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一次委創，回報以百年計——這就是「投資美」最極致的複利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225791311620399492.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企業的回報：贊助藝術，買到錢買不到的東西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像卡內基與拜羅伊特：把名字刻進文化史、打造非朝聖不可的聖地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像英國航空、奇美：用藝術替品牌鍍格調，深化高價值客群</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像埃斯特哈齊：長期養才＋場館養創新，凝聚內部認同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可量化的溢價 ← 藝文投資換成品牌溢價與實利（奇美形象、普契尼觀光客、纜車百年運量）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記憶金句：不是成本，是會增值的長期資產（稅務優惠依文化藝術相關法規評估，建議洽會計師）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郭德堡變奏曲：規律、清澈——高壓中沉澱思緒、專注決策，也用來紓壓（今天的主打①）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貝多芬〈歡樂頌〉：凝聚人心、鼓舞士氣——尾牙、開工、團隊誓師的最佳配樂（主打②）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德布西《月光》：沉靜——獨處、沉澱、招待的背景音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用音樂管理情緒與場合，是領導者最低成本的軟實力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1 點 像埃斯特哈齊：長期穩定資助 ＋ 用場館養創新（給藝術家一個能安心研發的家）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2 點 像佛瑞的女伯爵：找一位對的藝術家，深度綁定、長期陪他成名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3 點 像拜羅伊特、卡內基：把場館／音樂節做成 iconic 品牌、把名字冠上去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4 點 像纜車公司：委託一支「屬於你品牌」的作品／主題曲，讓它替你長期帶客</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5 點 像梅迪奇與《夜巡》公會：一個人、或一群人合資，當金主，換取聲望與差異化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三個記憶點：對等、可持續、共融——不是施捨，是對等合作；不是一次曝光，是可持續關係；不是高高在上，是共融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當代委創（樂譜頁）：今天輪到你當金主</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從梅迪奇到你的品牌：委託一部新作品，就是把名字寫進未來的文化史　｜　現場示意：當代鋼琴新作片段</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國家與品牌形象（拿破崙·威爾第·普契尼·德布西×Chanel·英航·奇美）／最硬的實利（Funiculì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不論你的公司多大、多小，你都當得起這個金主——帶走這句話：你成就音樂，音樂也成就你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你不必是國王、不必是鋼鐵大王——梅迪奇也可以是一個人，或一群合資的生意人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現在換各位親自當一次「內容的傳播者」——一起唱纜車公司那首一百四十年前的廣告歌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歡迎提問：你的品牌，最像今天哪一位金主？想當梅迪奇、拜羅伊特，還是揪一群人合資的《夜巡》公會？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延伸聆聽：巴赫《郭德堡變奏曲》、貝多芬〈歡樂頌〉、丹薩《Funiculì,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值得朝聖的場館：卡內基音樂廳、拜羅伊特節慶劇院、東京三得利音樂廳、台南奇美博物館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9073996740357125891.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從梅迪奇到你——古往今來，換的都是同一件事：出錢投資美，換到錢買不到的東西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你成就音樂，音樂也成就你——讓美與商業，互相成就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